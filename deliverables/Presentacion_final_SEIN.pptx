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976763ec52463b" /><Relationship Type="http://schemas.openxmlformats.org/officeDocument/2006/relationships/extended-properties" Target="/docProps/app.xml" Id="Rcb0c07dece98466c" /><Relationship Type="http://schemas.openxmlformats.org/officeDocument/2006/relationships/officeDocument" Target="/ppt/presentation.xml" Id="R7587df86375945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c8885197a14be8"/>
  </p:sldMasterIdLst>
  <p:notesMasterIdLst>
    <p:notesMasterId xmlns:r="http://schemas.openxmlformats.org/officeDocument/2006/relationships" r:id="R9e42edb2832542ec"/>
  </p:notesMasterIdLst>
  <p:sldIdLst>
    <p:sldId xmlns:r="http://schemas.openxmlformats.org/officeDocument/2006/relationships" id="256" r:id="R587028b8d2a043ff"/>
    <p:sldId xmlns:r="http://schemas.openxmlformats.org/officeDocument/2006/relationships" id="257" r:id="Ref9ad57a05e54b36"/>
    <p:sldId xmlns:r="http://schemas.openxmlformats.org/officeDocument/2006/relationships" id="258" r:id="R442068459b9d49b1"/>
    <p:sldId xmlns:r="http://schemas.openxmlformats.org/officeDocument/2006/relationships" id="259" r:id="R485c1e1347fe46ca"/>
    <p:sldId xmlns:r="http://schemas.openxmlformats.org/officeDocument/2006/relationships" id="260" r:id="R2fd3b673b9f94989"/>
    <p:sldId xmlns:r="http://schemas.openxmlformats.org/officeDocument/2006/relationships" id="261" r:id="R45b0bbb4adb14bf1"/>
    <p:sldId xmlns:r="http://schemas.openxmlformats.org/officeDocument/2006/relationships" id="262" r:id="R17868b653f8d4c8d"/>
    <p:sldId xmlns:r="http://schemas.openxmlformats.org/officeDocument/2006/relationships" id="263" r:id="Rbb75db9c36d54445"/>
    <p:sldId xmlns:r="http://schemas.openxmlformats.org/officeDocument/2006/relationships" id="264" r:id="R83f025c0103c4f54"/>
    <p:sldId xmlns:r="http://schemas.openxmlformats.org/officeDocument/2006/relationships" id="265" r:id="Reb4d26c1496d41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df0d2c7e074787" /><Relationship Type="http://schemas.openxmlformats.org/officeDocument/2006/relationships/slideMaster" Target="/ppt/slideMasters/slideMaster1.xml" Id="Rb5c8885197a14be8" /><Relationship Type="http://schemas.openxmlformats.org/officeDocument/2006/relationships/notesMaster" Target="/ppt/notesMasters/notesMaster1.xml" Id="R9e42edb2832542ec" /><Relationship Type="http://schemas.openxmlformats.org/officeDocument/2006/relationships/presProps" Target="/ppt/presProps.xml" Id="Rde503de2f61b4c6e" /><Relationship Type="http://schemas.openxmlformats.org/officeDocument/2006/relationships/tableStyles" Target="/ppt/tableStyles.xml" Id="Re14a77e7567a49b3" /><Relationship Type="http://schemas.openxmlformats.org/officeDocument/2006/relationships/slide" Target="/ppt/slides/slide1.xml" Id="R587028b8d2a043ff" /><Relationship Type="http://schemas.openxmlformats.org/officeDocument/2006/relationships/slide" Target="/ppt/slides/slide2.xml" Id="Ref9ad57a05e54b36" /><Relationship Type="http://schemas.openxmlformats.org/officeDocument/2006/relationships/slide" Target="/ppt/slides/slide3.xml" Id="R442068459b9d49b1" /><Relationship Type="http://schemas.openxmlformats.org/officeDocument/2006/relationships/slide" Target="/ppt/slides/slide4.xml" Id="R485c1e1347fe46ca" /><Relationship Type="http://schemas.openxmlformats.org/officeDocument/2006/relationships/slide" Target="/ppt/slides/slide5.xml" Id="R2fd3b673b9f94989" /><Relationship Type="http://schemas.openxmlformats.org/officeDocument/2006/relationships/slide" Target="/ppt/slides/slide6.xml" Id="R45b0bbb4adb14bf1" /><Relationship Type="http://schemas.openxmlformats.org/officeDocument/2006/relationships/slide" Target="/ppt/slides/slide7.xml" Id="R17868b653f8d4c8d" /><Relationship Type="http://schemas.openxmlformats.org/officeDocument/2006/relationships/slide" Target="/ppt/slides/slide8.xml" Id="Rbb75db9c36d54445" /><Relationship Type="http://schemas.openxmlformats.org/officeDocument/2006/relationships/slide" Target="/ppt/slides/slide9.xml" Id="R83f025c0103c4f54" /><Relationship Type="http://schemas.openxmlformats.org/officeDocument/2006/relationships/slide" Target="/ppt/slides/slide10.xml" Id="Reb4d26c1496d41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0eff60646247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fdfcc56d2f4ece" /><Relationship Type="http://schemas.openxmlformats.org/officeDocument/2006/relationships/notesMaster" Target="/ppt/notesMasters/notesMaster1.xml" Id="R78603978b04b40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865af2bd764073" /><Relationship Type="http://schemas.openxmlformats.org/officeDocument/2006/relationships/notesMaster" Target="/ppt/notesMasters/notesMaster1.xml" Id="Racf61261916f4c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8e3f76c9a04c1c" /><Relationship Type="http://schemas.openxmlformats.org/officeDocument/2006/relationships/notesMaster" Target="/ppt/notesMasters/notesMaster1.xml" Id="Rbd277903382842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9cc976ce8e4176" /><Relationship Type="http://schemas.openxmlformats.org/officeDocument/2006/relationships/notesMaster" Target="/ppt/notesMasters/notesMaster1.xml" Id="R5e29a91f782647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ace7b154ab4385" /><Relationship Type="http://schemas.openxmlformats.org/officeDocument/2006/relationships/notesMaster" Target="/ppt/notesMasters/notesMaster1.xml" Id="R9c2bcb71d9c04b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3304b18bc64217" /><Relationship Type="http://schemas.openxmlformats.org/officeDocument/2006/relationships/notesMaster" Target="/ppt/notesMasters/notesMaster1.xml" Id="R2039c59cf6fa46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95b6b258cf4ed3" /><Relationship Type="http://schemas.openxmlformats.org/officeDocument/2006/relationships/notesMaster" Target="/ppt/notesMasters/notesMaster1.xml" Id="Rff61793978814a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1460287f1e4bb0" /><Relationship Type="http://schemas.openxmlformats.org/officeDocument/2006/relationships/notesMaster" Target="/ppt/notesMasters/notesMaster1.xml" Id="R64e91ea67a9d4e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c7004e7a7a4d9a" /><Relationship Type="http://schemas.openxmlformats.org/officeDocument/2006/relationships/notesMaster" Target="/ppt/notesMasters/notesMaster1.xml" Id="R9dc5bd2fcf304e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8f592ec9e5405d" /><Relationship Type="http://schemas.openxmlformats.org/officeDocument/2006/relationships/notesMaster" Target="/ppt/notesMasters/notesMaster1.xml" Id="R66f85c125c7945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objetivo en una frase: pronosticar la demanda del SEIN con datos oficiales y validación temporal.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no se busca ganar cada intervalo, sino reducir el error promedio de forma reproducible.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https://www.coes.org.pe/Portal/portalinformacion/demanda</a:t>
            </a:r>
          </a:p>
          <a:p xmlns:a="http://schemas.openxmlformats.org/drawingml/2006/main">
            <a:r>
              <a:t>API: https://appserver.coes.org.pe/waMediciones/Help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Destacar que una división aleatoria produciría fuga temporal y métricas optimistas.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Ridge se eligió por estabilidad, rapidez de reentrenamiento e interpretabilidad, además del menor error fuera de muestra.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los tres horizontes se calculan sobre una misma emisión y una curva de 48 puntos.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reports/metricas_validacion.csv</a:t>
            </a:r>
          </a:p>
          <a:p xmlns:a="http://schemas.openxmlformats.org/drawingml/2006/main">
            <a:r>
              <a:t>Entrenamiento hasta agosto; prueba fuera de muestra en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reports/comparacion_modelos_rdo.csv</a:t>
            </a:r>
          </a:p>
          <a:p xmlns:a="http://schemas.openxmlformats.org/drawingml/2006/main">
            <a:r>
              <a:t>Aclarar que el monitor de versiones permitirá confirmar el resultado sin fuga temporal.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imagen se genera con data/modelo/pronostico_live.json, la misma salida utilizada por el servidor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el resultado medible y la mejora prioritaria. Abrir el panel si se solicita una demostración.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47fb8f2dc41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08fe14f5749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285bfa9be4d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68f3029cc4b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4ff8d8b4e48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8d35216ec49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4FC8CD-7456-435F-80E0-20CADD0803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3DF7D7-A578-4180-9330-D5A2E68367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E42F4A-8A13-4E57-8B64-2B6609B9E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7098B3-7240-4356-AC62-B4E433EAB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BD53E8-BD3A-4ADF-8959-339366C28C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863525-C676-4F90-B11A-00AC8629AF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51562E-A2D4-4F13-9795-2C346E1B2C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C44A85-1D53-418B-A0BA-58EC82E943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E8FEDB-E2F4-46E1-973D-EC26D8E4F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3BD3D4-BCBF-4452-98BD-E4C03F892D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1cd5a2fb474398" /><Relationship Type="http://schemas.openxmlformats.org/officeDocument/2006/relationships/slideLayout" Target="/ppt/slideLayouts/slideLayout1.xml" Id="R219d6d03fa884275" /><Relationship Type="http://schemas.openxmlformats.org/officeDocument/2006/relationships/slideLayout" Target="/ppt/slideLayouts/slideLayout2.xml" Id="Rbc56dd014b2a4666" /><Relationship Type="http://schemas.openxmlformats.org/officeDocument/2006/relationships/slideLayout" Target="/ppt/slideLayouts/slideLayout3.xml" Id="R01cd6bc4b0ed45f4" /><Relationship Type="http://schemas.openxmlformats.org/officeDocument/2006/relationships/slideLayout" Target="/ppt/slideLayouts/slideLayout4.xml" Id="Rb965ce859d2b4348" /><Relationship Type="http://schemas.openxmlformats.org/officeDocument/2006/relationships/slideLayout" Target="/ppt/slideLayouts/slideLayout5.xml" Id="Rff555dbaaefd4b65" /><Relationship Type="http://schemas.openxmlformats.org/officeDocument/2006/relationships/slideLayout" Target="/ppt/slideLayouts/slideLayout6.xml" Id="R09f2b93d33504c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9d6d03fa884275"/>
    <p:sldLayoutId xmlns:r="http://schemas.openxmlformats.org/officeDocument/2006/relationships" id="2147483650" r:id="Rbc56dd014b2a4666"/>
    <p:sldLayoutId xmlns:r="http://schemas.openxmlformats.org/officeDocument/2006/relationships" id="2147483651" r:id="R01cd6bc4b0ed45f4"/>
    <p:sldLayoutId xmlns:r="http://schemas.openxmlformats.org/officeDocument/2006/relationships" id="2147483652" r:id="Rb965ce859d2b4348"/>
    <p:sldLayoutId xmlns:r="http://schemas.openxmlformats.org/officeDocument/2006/relationships" id="2147483653" r:id="Rff555dbaaefd4b65"/>
    <p:sldLayoutId xmlns:r="http://schemas.openxmlformats.org/officeDocument/2006/relationships" id="2147483654" r:id="R09f2b93d33504c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25931f5314b10" /><Relationship Type="http://schemas.openxmlformats.org/officeDocument/2006/relationships/notesSlide" Target="/ppt/notesSlides/notesSlide1.xml" Id="Rf5d87cbdce6142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d40f2f5fcc4fee" /><Relationship Type="http://schemas.openxmlformats.org/officeDocument/2006/relationships/notesSlide" Target="/ppt/notesSlides/notesSlide2.xml" Id="R9cd0fcef659f49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88faae3404b20" /><Relationship Type="http://schemas.openxmlformats.org/officeDocument/2006/relationships/notesSlide" Target="/ppt/notesSlides/notesSlide3.xml" Id="R2873ac258b3f4b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4aae8c4aa4e91" /><Relationship Type="http://schemas.openxmlformats.org/officeDocument/2006/relationships/notesSlide" Target="/ppt/notesSlides/notesSlide4.xml" Id="Rce16790e6ac94d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6f2d08d6f04e36" /><Relationship Type="http://schemas.openxmlformats.org/officeDocument/2006/relationships/notesSlide" Target="/ppt/notesSlides/notesSlide5.xml" Id="Re8c94ad11f2944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c2369ae224be4" /><Relationship Type="http://schemas.openxmlformats.org/officeDocument/2006/relationships/notesSlide" Target="/ppt/notesSlides/notesSlide6.xml" Id="R601db6ade4d94b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e8f5563e647a2" /><Relationship Type="http://schemas.openxmlformats.org/officeDocument/2006/relationships/chart" Target="/ppt/slides/charts/chart1.xml" Id="R52e713e2763143c0" /><Relationship Type="http://schemas.openxmlformats.org/officeDocument/2006/relationships/notesSlide" Target="/ppt/notesSlides/notesSlide7.xml" Id="Re9bf5c37373c4d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d26a9e9e994666" /><Relationship Type="http://schemas.openxmlformats.org/officeDocument/2006/relationships/chart" Target="/ppt/slides/charts/chart2.xml" Id="R6a3b3fb9d99c476e" /><Relationship Type="http://schemas.openxmlformats.org/officeDocument/2006/relationships/notesSlide" Target="/ppt/notesSlides/notesSlide8.xml" Id="R586e002d1b4840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b32598ccda4c53" /><Relationship Type="http://schemas.openxmlformats.org/officeDocument/2006/relationships/image" Target="/ppt/media/image.png" Id="R510b25c1861f4ed6" /><Relationship Type="http://schemas.openxmlformats.org/officeDocument/2006/relationships/notesSlide" Target="/ppt/notesSlides/notesSlide9.xml" Id="R40e07043d5a04d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1792d639c4474" /><Relationship Type="http://schemas.openxmlformats.org/officeDocument/2006/relationships/notesSlide" Target="/ppt/notesSlides/notesSlide10.xml" Id="R0c5d7aceb8ac4cf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Modelo LDS</c:v>
          </c:tx>
          <c:spPr>
            <a:solidFill xmlns:a="http://schemas.openxmlformats.org/drawingml/2006/main">
              <a:srgbClr val="25D0B1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6 h</c:v>
                </c:pt>
                <c:pt idx="1">
                  <c:v>12 h</c:v>
                </c:pt>
                <c:pt idx="2">
                  <c:v>24 h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83.6</c:v>
                </c:pt>
                <c:pt idx="1">
                  <c:v>90.3</c:v>
                </c:pt>
                <c:pt idx="2">
                  <c:v>88.7</c:v>
                </c:pt>
              </c:numCache>
            </c:numRef>
          </c:val>
        </c:ser>
        <c:ser>
          <c:idx val="1"/>
          <c:order val="1"/>
          <c:tx>
            <c:v>Programación diaria</c:v>
          </c:tx>
          <c:spPr>
            <a:solidFill xmlns:a="http://schemas.openxmlformats.org/drawingml/2006/main">
              <a:srgbClr val="52A8FF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6 h</c:v>
                </c:pt>
                <c:pt idx="1">
                  <c:v>12 h</c:v>
                </c:pt>
                <c:pt idx="2">
                  <c:v>24 h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95.2</c:v>
                </c:pt>
                <c:pt idx="1">
                  <c:v>95.2</c:v>
                </c:pt>
                <c:pt idx="2">
                  <c:v>95.2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4414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Reprogramación</c:v>
          </c:tx>
          <c:spPr>
            <a:solidFill xmlns:a="http://schemas.openxmlformats.org/drawingml/2006/main">
              <a:srgbClr val="FFB44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0,5 h</c:v>
                </c:pt>
                <c:pt idx="1">
                  <c:v>6 h</c:v>
                </c:pt>
                <c:pt idx="2">
                  <c:v>12 h</c:v>
                </c:pt>
                <c:pt idx="3">
                  <c:v>24 h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86.3</c:v>
                </c:pt>
                <c:pt idx="1">
                  <c:v>86.3</c:v>
                </c:pt>
                <c:pt idx="2">
                  <c:v>86.3</c:v>
                </c:pt>
                <c:pt idx="3">
                  <c:v>86.3</c:v>
                </c:pt>
              </c:numCache>
            </c:numRef>
          </c:val>
        </c:ser>
        <c:ser>
          <c:idx val="1"/>
          <c:order val="1"/>
          <c:tx>
            <c:v>Corrección LDS</c:v>
          </c:tx>
          <c:spPr>
            <a:solidFill xmlns:a="http://schemas.openxmlformats.org/drawingml/2006/main">
              <a:srgbClr val="25D0B1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0,5 h</c:v>
                </c:pt>
                <c:pt idx="1">
                  <c:v>6 h</c:v>
                </c:pt>
                <c:pt idx="2">
                  <c:v>12 h</c:v>
                </c:pt>
                <c:pt idx="3">
                  <c:v>24 h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52.3</c:v>
                </c:pt>
                <c:pt idx="1">
                  <c:v>83.1</c:v>
                </c:pt>
                <c:pt idx="2">
                  <c:v>80.8</c:v>
                </c:pt>
                <c:pt idx="3">
                  <c:v>82.9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4414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A2985-FF1D-46DB-A560-D023922A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5D0B1"/>
                </a:solidFill>
              </a:defRPr>
            </a:defPPr>
            <a:lvl1pPr algn="l">
              <a:defRPr sz="1350" b="1">
                <a:solidFill>
                  <a:srgbClr val="25D0B1"/>
                </a:solidFill>
              </a:defRPr>
            </a:lvl1pPr>
            <a:lvl2pPr algn="l">
              <a:defRPr sz="1350" b="1">
                <a:solidFill>
                  <a:srgbClr val="25D0B1"/>
                </a:solidFill>
              </a:defRPr>
            </a:lvl2pPr>
            <a:lvl3pPr algn="l">
              <a:defRPr sz="1350" b="1">
                <a:solidFill>
                  <a:srgbClr val="25D0B1"/>
                </a:solidFill>
              </a:defRPr>
            </a:lvl3pPr>
            <a:lvl4pPr algn="l">
              <a:defRPr sz="1350" b="1">
                <a:solidFill>
                  <a:srgbClr val="25D0B1"/>
                </a:solidFill>
              </a:defRPr>
            </a:lvl4pPr>
            <a:lvl5pPr algn="l">
              <a:defRPr sz="1350" b="1">
                <a:solidFill>
                  <a:srgbClr val="25D0B1"/>
                </a:solidFill>
              </a:defRPr>
            </a:lvl5pPr>
            <a:lvl6pPr algn="l">
              <a:defRPr sz="1350" b="1">
                <a:solidFill>
                  <a:srgbClr val="25D0B1"/>
                </a:solidFill>
              </a:defRPr>
            </a:lvl6pPr>
            <a:lvl7pPr algn="l">
              <a:defRPr sz="1350" b="1">
                <a:solidFill>
                  <a:srgbClr val="25D0B1"/>
                </a:solidFill>
              </a:defRPr>
            </a:lvl7pPr>
            <a:lvl8pPr algn="l">
              <a:defRPr sz="1350" b="1">
                <a:solidFill>
                  <a:srgbClr val="25D0B1"/>
                </a:solidFill>
              </a:defRPr>
            </a:lvl8pPr>
            <a:lvl9pPr algn="l">
              <a:defRPr sz="135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5D0B1"/>
                </a:solidFill>
              </a:defRPr>
            </a:pPr>
            <a:r>
              <a:rPr sz="1350" b="1">
                <a:solidFill>
                  <a:srgbClr val="25D0B1"/>
                </a:solidFill>
              </a:rPr>
              <a:t>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741B6-131B-42D0-A72E-FA25BAE7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572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F4FAFB"/>
                </a:solidFill>
              </a:defRPr>
            </a:defPPr>
            <a:lvl1pPr algn="l">
              <a:defRPr sz="3600" b="1">
                <a:solidFill>
                  <a:srgbClr val="F4FAFB"/>
                </a:solidFill>
              </a:defRPr>
            </a:lvl1pPr>
            <a:lvl2pPr algn="l">
              <a:defRPr sz="3600" b="1">
                <a:solidFill>
                  <a:srgbClr val="F4FAFB"/>
                </a:solidFill>
              </a:defRPr>
            </a:lvl2pPr>
            <a:lvl3pPr algn="l">
              <a:defRPr sz="3600" b="1">
                <a:solidFill>
                  <a:srgbClr val="F4FAFB"/>
                </a:solidFill>
              </a:defRPr>
            </a:lvl3pPr>
            <a:lvl4pPr algn="l">
              <a:defRPr sz="3600" b="1">
                <a:solidFill>
                  <a:srgbClr val="F4FAFB"/>
                </a:solidFill>
              </a:defRPr>
            </a:lvl4pPr>
            <a:lvl5pPr algn="l">
              <a:defRPr sz="3600" b="1">
                <a:solidFill>
                  <a:srgbClr val="F4FAFB"/>
                </a:solidFill>
              </a:defRPr>
            </a:lvl5pPr>
            <a:lvl6pPr algn="l">
              <a:defRPr sz="3600" b="1">
                <a:solidFill>
                  <a:srgbClr val="F4FAFB"/>
                </a:solidFill>
              </a:defRPr>
            </a:lvl6pPr>
            <a:lvl7pPr algn="l">
              <a:defRPr sz="3600" b="1">
                <a:solidFill>
                  <a:srgbClr val="F4FAFB"/>
                </a:solidFill>
              </a:defRPr>
            </a:lvl7pPr>
            <a:lvl8pPr algn="l">
              <a:defRPr sz="3600" b="1">
                <a:solidFill>
                  <a:srgbClr val="F4FAFB"/>
                </a:solidFill>
              </a:defRPr>
            </a:lvl8pPr>
            <a:lvl9pPr algn="l">
              <a:defRPr sz="360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AFB"/>
                </a:solidFill>
              </a:defRPr>
            </a:pPr>
            <a:r>
              <a:rPr sz="3600" b="1">
                <a:solidFill>
                  <a:srgbClr val="F4FAFB"/>
                </a:solidFill>
              </a:rPr>
              <a:t>Pronóstico de demanda</a:t>
            </a:r>
          </a:p>
          <a:p xmlns:a="http://schemas.openxmlformats.org/drawingml/2006/main">
            <a:pPr algn="l">
              <a:defRPr sz="3600" b="1">
                <a:solidFill>
                  <a:srgbClr val="F4FAFB"/>
                </a:solidFill>
              </a:defRPr>
            </a:pPr>
            <a:r>
              <a:rPr sz="3600" b="1">
                <a:solidFill>
                  <a:srgbClr val="F4FAFB"/>
                </a:solidFill>
              </a:rPr>
              <a:t>eléctrica del SEIN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74E34-95B6-4A45-BA7F-22C8A8CF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8DA5AE"/>
                </a:solidFill>
              </a:defRPr>
            </a:defPPr>
            <a:lvl1pPr algn="l">
              <a:defRPr sz="1650" b="0">
                <a:solidFill>
                  <a:srgbClr val="8DA5AE"/>
                </a:solidFill>
              </a:defRPr>
            </a:lvl1pPr>
            <a:lvl2pPr algn="l">
              <a:defRPr sz="1650" b="0">
                <a:solidFill>
                  <a:srgbClr val="8DA5AE"/>
                </a:solidFill>
              </a:defRPr>
            </a:lvl2pPr>
            <a:lvl3pPr algn="l">
              <a:defRPr sz="1650" b="0">
                <a:solidFill>
                  <a:srgbClr val="8DA5AE"/>
                </a:solidFill>
              </a:defRPr>
            </a:lvl3pPr>
            <a:lvl4pPr algn="l">
              <a:defRPr sz="1650" b="0">
                <a:solidFill>
                  <a:srgbClr val="8DA5AE"/>
                </a:solidFill>
              </a:defRPr>
            </a:lvl4pPr>
            <a:lvl5pPr algn="l">
              <a:defRPr sz="1650" b="0">
                <a:solidFill>
                  <a:srgbClr val="8DA5AE"/>
                </a:solidFill>
              </a:defRPr>
            </a:lvl5pPr>
            <a:lvl6pPr algn="l">
              <a:defRPr sz="1650" b="0">
                <a:solidFill>
                  <a:srgbClr val="8DA5AE"/>
                </a:solidFill>
              </a:defRPr>
            </a:lvl6pPr>
            <a:lvl7pPr algn="l">
              <a:defRPr sz="1650" b="0">
                <a:solidFill>
                  <a:srgbClr val="8DA5AE"/>
                </a:solidFill>
              </a:defRPr>
            </a:lvl7pPr>
            <a:lvl8pPr algn="l">
              <a:defRPr sz="1650" b="0">
                <a:solidFill>
                  <a:srgbClr val="8DA5AE"/>
                </a:solidFill>
              </a:defRPr>
            </a:lvl8pPr>
            <a:lvl9pPr algn="l">
              <a:defRPr sz="165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8DA5AE"/>
                </a:solidFill>
              </a:defRPr>
            </a:pPr>
            <a:r>
              <a:rPr sz="1650" b="0">
                <a:solidFill>
                  <a:srgbClr val="8DA5AE"/>
                </a:solidFill>
              </a:rPr>
              <a:t>Modelo operativo para horizontes de 6, 12 y 24 horas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30FBA-1B88-4950-AD4B-2DCC62BC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8DA5AE"/>
                </a:solidFill>
              </a:defRPr>
            </a:defPPr>
            <a:lvl1pPr algn="l">
              <a:defRPr sz="1125" b="0">
                <a:solidFill>
                  <a:srgbClr val="8DA5AE"/>
                </a:solidFill>
              </a:defRPr>
            </a:lvl1pPr>
            <a:lvl2pPr algn="l">
              <a:defRPr sz="1125" b="0">
                <a:solidFill>
                  <a:srgbClr val="8DA5AE"/>
                </a:solidFill>
              </a:defRPr>
            </a:lvl2pPr>
            <a:lvl3pPr algn="l">
              <a:defRPr sz="1125" b="0">
                <a:solidFill>
                  <a:srgbClr val="8DA5AE"/>
                </a:solidFill>
              </a:defRPr>
            </a:lvl3pPr>
            <a:lvl4pPr algn="l">
              <a:defRPr sz="1125" b="0">
                <a:solidFill>
                  <a:srgbClr val="8DA5AE"/>
                </a:solidFill>
              </a:defRPr>
            </a:lvl4pPr>
            <a:lvl5pPr algn="l">
              <a:defRPr sz="1125" b="0">
                <a:solidFill>
                  <a:srgbClr val="8DA5AE"/>
                </a:solidFill>
              </a:defRPr>
            </a:lvl5pPr>
            <a:lvl6pPr algn="l">
              <a:defRPr sz="1125" b="0">
                <a:solidFill>
                  <a:srgbClr val="8DA5AE"/>
                </a:solidFill>
              </a:defRPr>
            </a:lvl6pPr>
            <a:lvl7pPr algn="l">
              <a:defRPr sz="1125" b="0">
                <a:solidFill>
                  <a:srgbClr val="8DA5AE"/>
                </a:solidFill>
              </a:defRPr>
            </a:lvl7pPr>
            <a:lvl8pPr algn="l">
              <a:defRPr sz="1125" b="0">
                <a:solidFill>
                  <a:srgbClr val="8DA5AE"/>
                </a:solidFill>
              </a:defRPr>
            </a:lvl8pPr>
            <a:lvl9pPr algn="l">
              <a:defRPr sz="1125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DA5AE"/>
                </a:solidFill>
              </a:defRPr>
            </a:pPr>
            <a:r>
              <a:rPr sz="1125" b="0">
                <a:solidFill>
                  <a:srgbClr val="8DA5AE"/>
                </a:solidFill>
              </a:rPr>
              <a:t>Proyecto final · Octubre de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478CE-8E21-4017-B8BA-61100A84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8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6A512-CF22-481B-B5EC-732C9D90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F4FAFB"/>
                </a:solidFill>
              </a:defRPr>
            </a:defPPr>
            <a:lvl1pPr algn="ctr">
              <a:defRPr sz="2325" b="1">
                <a:solidFill>
                  <a:srgbClr val="F4FAFB"/>
                </a:solidFill>
              </a:defRPr>
            </a:lvl1pPr>
            <a:lvl2pPr algn="ctr">
              <a:defRPr sz="2325" b="1">
                <a:solidFill>
                  <a:srgbClr val="F4FAFB"/>
                </a:solidFill>
              </a:defRPr>
            </a:lvl2pPr>
            <a:lvl3pPr algn="ctr">
              <a:defRPr sz="2325" b="1">
                <a:solidFill>
                  <a:srgbClr val="F4FAFB"/>
                </a:solidFill>
              </a:defRPr>
            </a:lvl3pPr>
            <a:lvl4pPr algn="ctr">
              <a:defRPr sz="2325" b="1">
                <a:solidFill>
                  <a:srgbClr val="F4FAFB"/>
                </a:solidFill>
              </a:defRPr>
            </a:lvl4pPr>
            <a:lvl5pPr algn="ctr">
              <a:defRPr sz="2325" b="1">
                <a:solidFill>
                  <a:srgbClr val="F4FAFB"/>
                </a:solidFill>
              </a:defRPr>
            </a:lvl5pPr>
            <a:lvl6pPr algn="ctr">
              <a:defRPr sz="2325" b="1">
                <a:solidFill>
                  <a:srgbClr val="F4FAFB"/>
                </a:solidFill>
              </a:defRPr>
            </a:lvl6pPr>
            <a:lvl7pPr algn="ctr">
              <a:defRPr sz="2325" b="1">
                <a:solidFill>
                  <a:srgbClr val="F4FAFB"/>
                </a:solidFill>
              </a:defRPr>
            </a:lvl7pPr>
            <a:lvl8pPr algn="ctr">
              <a:defRPr sz="2325" b="1">
                <a:solidFill>
                  <a:srgbClr val="F4FAFB"/>
                </a:solidFill>
              </a:defRPr>
            </a:lvl8pPr>
            <a:lvl9pPr algn="ctr">
              <a:defRPr sz="23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4FAFB"/>
                </a:solidFill>
              </a:defRPr>
            </a:pPr>
            <a:r>
              <a:rPr sz="2325" b="1">
                <a:solidFill>
                  <a:srgbClr val="F4FAFB"/>
                </a:solidFill>
              </a:rPr>
              <a:t>6 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6350F-3CDD-449E-A2D0-11FA68F7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908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8DA5AE"/>
                </a:solidFill>
              </a:defRPr>
            </a:defPPr>
            <a:lvl1pPr algn="ctr">
              <a:defRPr sz="975" b="0">
                <a:solidFill>
                  <a:srgbClr val="8DA5AE"/>
                </a:solidFill>
              </a:defRPr>
            </a:lvl1pPr>
            <a:lvl2pPr algn="ctr">
              <a:defRPr sz="975" b="0">
                <a:solidFill>
                  <a:srgbClr val="8DA5AE"/>
                </a:solidFill>
              </a:defRPr>
            </a:lvl2pPr>
            <a:lvl3pPr algn="ctr">
              <a:defRPr sz="975" b="0">
                <a:solidFill>
                  <a:srgbClr val="8DA5AE"/>
                </a:solidFill>
              </a:defRPr>
            </a:lvl3pPr>
            <a:lvl4pPr algn="ctr">
              <a:defRPr sz="975" b="0">
                <a:solidFill>
                  <a:srgbClr val="8DA5AE"/>
                </a:solidFill>
              </a:defRPr>
            </a:lvl4pPr>
            <a:lvl5pPr algn="ctr">
              <a:defRPr sz="975" b="0">
                <a:solidFill>
                  <a:srgbClr val="8DA5AE"/>
                </a:solidFill>
              </a:defRPr>
            </a:lvl5pPr>
            <a:lvl6pPr algn="ctr">
              <a:defRPr sz="975" b="0">
                <a:solidFill>
                  <a:srgbClr val="8DA5AE"/>
                </a:solidFill>
              </a:defRPr>
            </a:lvl6pPr>
            <a:lvl7pPr algn="ctr">
              <a:defRPr sz="975" b="0">
                <a:solidFill>
                  <a:srgbClr val="8DA5AE"/>
                </a:solidFill>
              </a:defRPr>
            </a:lvl7pPr>
            <a:lvl8pPr algn="ctr">
              <a:defRPr sz="975" b="0">
                <a:solidFill>
                  <a:srgbClr val="8DA5AE"/>
                </a:solidFill>
              </a:defRPr>
            </a:lvl8pPr>
            <a:lvl9pPr algn="ctr">
              <a:defRPr sz="975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8DA5AE"/>
                </a:solidFill>
              </a:defRPr>
            </a:pPr>
            <a:r>
              <a:rPr sz="975" b="0">
                <a:solidFill>
                  <a:srgbClr val="8DA5AE"/>
                </a:solidFill>
              </a:rPr>
              <a:t>corto plazo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A556F-C723-438E-911B-F4F6F5E3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002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8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C2F24-4D79-405C-BAF3-C58C61CF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574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F4FAFB"/>
                </a:solidFill>
              </a:defRPr>
            </a:defPPr>
            <a:lvl1pPr algn="ctr">
              <a:defRPr sz="2325" b="1">
                <a:solidFill>
                  <a:srgbClr val="F4FAFB"/>
                </a:solidFill>
              </a:defRPr>
            </a:lvl1pPr>
            <a:lvl2pPr algn="ctr">
              <a:defRPr sz="2325" b="1">
                <a:solidFill>
                  <a:srgbClr val="F4FAFB"/>
                </a:solidFill>
              </a:defRPr>
            </a:lvl2pPr>
            <a:lvl3pPr algn="ctr">
              <a:defRPr sz="2325" b="1">
                <a:solidFill>
                  <a:srgbClr val="F4FAFB"/>
                </a:solidFill>
              </a:defRPr>
            </a:lvl3pPr>
            <a:lvl4pPr algn="ctr">
              <a:defRPr sz="2325" b="1">
                <a:solidFill>
                  <a:srgbClr val="F4FAFB"/>
                </a:solidFill>
              </a:defRPr>
            </a:lvl4pPr>
            <a:lvl5pPr algn="ctr">
              <a:defRPr sz="2325" b="1">
                <a:solidFill>
                  <a:srgbClr val="F4FAFB"/>
                </a:solidFill>
              </a:defRPr>
            </a:lvl5pPr>
            <a:lvl6pPr algn="ctr">
              <a:defRPr sz="2325" b="1">
                <a:solidFill>
                  <a:srgbClr val="F4FAFB"/>
                </a:solidFill>
              </a:defRPr>
            </a:lvl6pPr>
            <a:lvl7pPr algn="ctr">
              <a:defRPr sz="2325" b="1">
                <a:solidFill>
                  <a:srgbClr val="F4FAFB"/>
                </a:solidFill>
              </a:defRPr>
            </a:lvl7pPr>
            <a:lvl8pPr algn="ctr">
              <a:defRPr sz="2325" b="1">
                <a:solidFill>
                  <a:srgbClr val="F4FAFB"/>
                </a:solidFill>
              </a:defRPr>
            </a:lvl8pPr>
            <a:lvl9pPr algn="ctr">
              <a:defRPr sz="23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4FAFB"/>
                </a:solidFill>
              </a:defRPr>
            </a:pPr>
            <a:r>
              <a:rPr sz="2325" b="1">
                <a:solidFill>
                  <a:srgbClr val="F4FAFB"/>
                </a:solidFill>
              </a:rPr>
              <a:t>12 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38B45-3B81-4CD3-A435-3406040C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908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8DA5AE"/>
                </a:solidFill>
              </a:defRPr>
            </a:defPPr>
            <a:lvl1pPr algn="ctr">
              <a:defRPr sz="975" b="0">
                <a:solidFill>
                  <a:srgbClr val="8DA5AE"/>
                </a:solidFill>
              </a:defRPr>
            </a:lvl1pPr>
            <a:lvl2pPr algn="ctr">
              <a:defRPr sz="975" b="0">
                <a:solidFill>
                  <a:srgbClr val="8DA5AE"/>
                </a:solidFill>
              </a:defRPr>
            </a:lvl2pPr>
            <a:lvl3pPr algn="ctr">
              <a:defRPr sz="975" b="0">
                <a:solidFill>
                  <a:srgbClr val="8DA5AE"/>
                </a:solidFill>
              </a:defRPr>
            </a:lvl3pPr>
            <a:lvl4pPr algn="ctr">
              <a:defRPr sz="975" b="0">
                <a:solidFill>
                  <a:srgbClr val="8DA5AE"/>
                </a:solidFill>
              </a:defRPr>
            </a:lvl4pPr>
            <a:lvl5pPr algn="ctr">
              <a:defRPr sz="975" b="0">
                <a:solidFill>
                  <a:srgbClr val="8DA5AE"/>
                </a:solidFill>
              </a:defRPr>
            </a:lvl5pPr>
            <a:lvl6pPr algn="ctr">
              <a:defRPr sz="975" b="0">
                <a:solidFill>
                  <a:srgbClr val="8DA5AE"/>
                </a:solidFill>
              </a:defRPr>
            </a:lvl6pPr>
            <a:lvl7pPr algn="ctr">
              <a:defRPr sz="975" b="0">
                <a:solidFill>
                  <a:srgbClr val="8DA5AE"/>
                </a:solidFill>
              </a:defRPr>
            </a:lvl7pPr>
            <a:lvl8pPr algn="ctr">
              <a:defRPr sz="975" b="0">
                <a:solidFill>
                  <a:srgbClr val="8DA5AE"/>
                </a:solidFill>
              </a:defRPr>
            </a:lvl8pPr>
            <a:lvl9pPr algn="ctr">
              <a:defRPr sz="975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8DA5AE"/>
                </a:solidFill>
              </a:defRPr>
            </a:pPr>
            <a:r>
              <a:rPr sz="975" b="0">
                <a:solidFill>
                  <a:srgbClr val="8DA5AE"/>
                </a:solidFill>
              </a:rPr>
              <a:t>intradía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3AB6F-AA72-4042-BBFC-1F6DF42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0B1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33936-6376-4FAA-9BC0-4B3D59A4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06171F"/>
                </a:solidFill>
              </a:defRPr>
            </a:defPPr>
            <a:lvl1pPr algn="ctr">
              <a:defRPr sz="2325" b="1">
                <a:solidFill>
                  <a:srgbClr val="06171F"/>
                </a:solidFill>
              </a:defRPr>
            </a:lvl1pPr>
            <a:lvl2pPr algn="ctr">
              <a:defRPr sz="2325" b="1">
                <a:solidFill>
                  <a:srgbClr val="06171F"/>
                </a:solidFill>
              </a:defRPr>
            </a:lvl2pPr>
            <a:lvl3pPr algn="ctr">
              <a:defRPr sz="2325" b="1">
                <a:solidFill>
                  <a:srgbClr val="06171F"/>
                </a:solidFill>
              </a:defRPr>
            </a:lvl3pPr>
            <a:lvl4pPr algn="ctr">
              <a:defRPr sz="2325" b="1">
                <a:solidFill>
                  <a:srgbClr val="06171F"/>
                </a:solidFill>
              </a:defRPr>
            </a:lvl4pPr>
            <a:lvl5pPr algn="ctr">
              <a:defRPr sz="2325" b="1">
                <a:solidFill>
                  <a:srgbClr val="06171F"/>
                </a:solidFill>
              </a:defRPr>
            </a:lvl5pPr>
            <a:lvl6pPr algn="ctr">
              <a:defRPr sz="2325" b="1">
                <a:solidFill>
                  <a:srgbClr val="06171F"/>
                </a:solidFill>
              </a:defRPr>
            </a:lvl6pPr>
            <a:lvl7pPr algn="ctr">
              <a:defRPr sz="2325" b="1">
                <a:solidFill>
                  <a:srgbClr val="06171F"/>
                </a:solidFill>
              </a:defRPr>
            </a:lvl7pPr>
            <a:lvl8pPr algn="ctr">
              <a:defRPr sz="2325" b="1">
                <a:solidFill>
                  <a:srgbClr val="06171F"/>
                </a:solidFill>
              </a:defRPr>
            </a:lvl8pPr>
            <a:lvl9pPr algn="ctr">
              <a:defRPr sz="2325" b="1">
                <a:solidFill>
                  <a:srgbClr val="06171F"/>
                </a:solidFill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06171F"/>
                </a:solidFill>
              </a:defRPr>
            </a:pPr>
            <a:r>
              <a:rPr sz="2325" b="1">
                <a:solidFill>
                  <a:srgbClr val="06171F"/>
                </a:solidFill>
              </a:rPr>
              <a:t>24 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D92D5-7F76-4CA2-8BCF-55DFA37E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06171F"/>
                </a:solidFill>
              </a:defRPr>
            </a:defPPr>
            <a:lvl1pPr algn="ctr">
              <a:defRPr sz="975" b="0">
                <a:solidFill>
                  <a:srgbClr val="06171F"/>
                </a:solidFill>
              </a:defRPr>
            </a:lvl1pPr>
            <a:lvl2pPr algn="ctr">
              <a:defRPr sz="975" b="0">
                <a:solidFill>
                  <a:srgbClr val="06171F"/>
                </a:solidFill>
              </a:defRPr>
            </a:lvl2pPr>
            <a:lvl3pPr algn="ctr">
              <a:defRPr sz="975" b="0">
                <a:solidFill>
                  <a:srgbClr val="06171F"/>
                </a:solidFill>
              </a:defRPr>
            </a:lvl3pPr>
            <a:lvl4pPr algn="ctr">
              <a:defRPr sz="975" b="0">
                <a:solidFill>
                  <a:srgbClr val="06171F"/>
                </a:solidFill>
              </a:defRPr>
            </a:lvl4pPr>
            <a:lvl5pPr algn="ctr">
              <a:defRPr sz="975" b="0">
                <a:solidFill>
                  <a:srgbClr val="06171F"/>
                </a:solidFill>
              </a:defRPr>
            </a:lvl5pPr>
            <a:lvl6pPr algn="ctr">
              <a:defRPr sz="975" b="0">
                <a:solidFill>
                  <a:srgbClr val="06171F"/>
                </a:solidFill>
              </a:defRPr>
            </a:lvl6pPr>
            <a:lvl7pPr algn="ctr">
              <a:defRPr sz="975" b="0">
                <a:solidFill>
                  <a:srgbClr val="06171F"/>
                </a:solidFill>
              </a:defRPr>
            </a:lvl7pPr>
            <a:lvl8pPr algn="ctr">
              <a:defRPr sz="975" b="0">
                <a:solidFill>
                  <a:srgbClr val="06171F"/>
                </a:solidFill>
              </a:defRPr>
            </a:lvl8pPr>
            <a:lvl9pPr algn="ctr">
              <a:defRPr sz="975" b="0">
                <a:solidFill>
                  <a:srgbClr val="06171F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06171F"/>
                </a:solidFill>
              </a:defRPr>
            </a:pPr>
            <a:r>
              <a:rPr sz="975" b="0">
                <a:solidFill>
                  <a:srgbClr val="06171F"/>
                </a:solidFill>
              </a:rPr>
              <a:t>día siguiente</a:t>
            </a:r>
          </a:p>
        </p:txBody>
      </p:sp>
    </p:spTree>
    <p:extLst>
      <p:ext uri="{BB962C8B-B14F-4D97-AF65-F5344CB8AC3E}">
        <p14:creationId xmlns:p14="http://schemas.microsoft.com/office/powerpoint/2010/main" val="1628432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DCB2D-63A5-4B2E-817C-DE0A4E42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D0B1"/>
                </a:solidFill>
              </a:defRPr>
            </a:defPPr>
            <a:lvl1pPr algn="l">
              <a:defRPr sz="900" b="1">
                <a:solidFill>
                  <a:srgbClr val="25D0B1"/>
                </a:solidFill>
              </a:defRPr>
            </a:lvl1pPr>
            <a:lvl2pPr algn="l">
              <a:defRPr sz="900" b="1">
                <a:solidFill>
                  <a:srgbClr val="25D0B1"/>
                </a:solidFill>
              </a:defRPr>
            </a:lvl2pPr>
            <a:lvl3pPr algn="l">
              <a:defRPr sz="900" b="1">
                <a:solidFill>
                  <a:srgbClr val="25D0B1"/>
                </a:solidFill>
              </a:defRPr>
            </a:lvl3pPr>
            <a:lvl4pPr algn="l">
              <a:defRPr sz="900" b="1">
                <a:solidFill>
                  <a:srgbClr val="25D0B1"/>
                </a:solidFill>
              </a:defRPr>
            </a:lvl4pPr>
            <a:lvl5pPr algn="l">
              <a:defRPr sz="900" b="1">
                <a:solidFill>
                  <a:srgbClr val="25D0B1"/>
                </a:solidFill>
              </a:defRPr>
            </a:lvl5pPr>
            <a:lvl6pPr algn="l">
              <a:defRPr sz="900" b="1">
                <a:solidFill>
                  <a:srgbClr val="25D0B1"/>
                </a:solidFill>
              </a:defRPr>
            </a:lvl6pPr>
            <a:lvl7pPr algn="l">
              <a:defRPr sz="900" b="1">
                <a:solidFill>
                  <a:srgbClr val="25D0B1"/>
                </a:solidFill>
              </a:defRPr>
            </a:lvl7pPr>
            <a:lvl8pPr algn="l">
              <a:defRPr sz="900" b="1">
                <a:solidFill>
                  <a:srgbClr val="25D0B1"/>
                </a:solidFill>
              </a:defRPr>
            </a:lvl8pPr>
            <a:lvl9pPr algn="l">
              <a:defRPr sz="9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D0B1"/>
                </a:solidFill>
              </a:defRPr>
            </a:pPr>
            <a:r>
              <a:rPr sz="900" b="1">
                <a:solidFill>
                  <a:srgbClr val="25D0B1"/>
                </a:solidFill>
              </a:rPr>
              <a:t>01 ·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33C01-73D0-4FB8-B6DF-09F74726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AFB"/>
                </a:solidFill>
              </a:defRPr>
            </a:defPPr>
            <a:lvl1pPr algn="l">
              <a:defRPr sz="2550" b="1">
                <a:solidFill>
                  <a:srgbClr val="F4FAFB"/>
                </a:solidFill>
              </a:defRPr>
            </a:lvl1pPr>
            <a:lvl2pPr algn="l">
              <a:defRPr sz="2550" b="1">
                <a:solidFill>
                  <a:srgbClr val="F4FAFB"/>
                </a:solidFill>
              </a:defRPr>
            </a:lvl2pPr>
            <a:lvl3pPr algn="l">
              <a:defRPr sz="2550" b="1">
                <a:solidFill>
                  <a:srgbClr val="F4FAFB"/>
                </a:solidFill>
              </a:defRPr>
            </a:lvl3pPr>
            <a:lvl4pPr algn="l">
              <a:defRPr sz="2550" b="1">
                <a:solidFill>
                  <a:srgbClr val="F4FAFB"/>
                </a:solidFill>
              </a:defRPr>
            </a:lvl4pPr>
            <a:lvl5pPr algn="l">
              <a:defRPr sz="2550" b="1">
                <a:solidFill>
                  <a:srgbClr val="F4FAFB"/>
                </a:solidFill>
              </a:defRPr>
            </a:lvl5pPr>
            <a:lvl6pPr algn="l">
              <a:defRPr sz="2550" b="1">
                <a:solidFill>
                  <a:srgbClr val="F4FAFB"/>
                </a:solidFill>
              </a:defRPr>
            </a:lvl6pPr>
            <a:lvl7pPr algn="l">
              <a:defRPr sz="2550" b="1">
                <a:solidFill>
                  <a:srgbClr val="F4FAFB"/>
                </a:solidFill>
              </a:defRPr>
            </a:lvl7pPr>
            <a:lvl8pPr algn="l">
              <a:defRPr sz="2550" b="1">
                <a:solidFill>
                  <a:srgbClr val="F4FAFB"/>
                </a:solidFill>
              </a:defRPr>
            </a:lvl8pPr>
            <a:lvl9pPr algn="l">
              <a:defRPr sz="25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805EE-846F-4D0A-8A39-74CE8948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8DA5AE"/>
                </a:solidFill>
              </a:defRPr>
            </a:defPPr>
            <a:lvl1pPr algn="r">
              <a:defRPr sz="1050" b="1">
                <a:solidFill>
                  <a:srgbClr val="8DA5AE"/>
                </a:solidFill>
              </a:defRPr>
            </a:lvl1pPr>
            <a:lvl2pPr algn="r">
              <a:defRPr sz="1050" b="1">
                <a:solidFill>
                  <a:srgbClr val="8DA5AE"/>
                </a:solidFill>
              </a:defRPr>
            </a:lvl2pPr>
            <a:lvl3pPr algn="r">
              <a:defRPr sz="1050" b="1">
                <a:solidFill>
                  <a:srgbClr val="8DA5AE"/>
                </a:solidFill>
              </a:defRPr>
            </a:lvl3pPr>
            <a:lvl4pPr algn="r">
              <a:defRPr sz="1050" b="1">
                <a:solidFill>
                  <a:srgbClr val="8DA5AE"/>
                </a:solidFill>
              </a:defRPr>
            </a:lvl4pPr>
            <a:lvl5pPr algn="r">
              <a:defRPr sz="1050" b="1">
                <a:solidFill>
                  <a:srgbClr val="8DA5AE"/>
                </a:solidFill>
              </a:defRPr>
            </a:lvl5pPr>
            <a:lvl6pPr algn="r">
              <a:defRPr sz="1050" b="1">
                <a:solidFill>
                  <a:srgbClr val="8DA5AE"/>
                </a:solidFill>
              </a:defRPr>
            </a:lvl6pPr>
            <a:lvl7pPr algn="r">
              <a:defRPr sz="1050" b="1">
                <a:solidFill>
                  <a:srgbClr val="8DA5AE"/>
                </a:solidFill>
              </a:defRPr>
            </a:lvl7pPr>
            <a:lvl8pPr algn="r">
              <a:defRPr sz="1050" b="1">
                <a:solidFill>
                  <a:srgbClr val="8DA5AE"/>
                </a:solidFill>
              </a:defRPr>
            </a:lvl8pPr>
            <a:lvl9pPr algn="r">
              <a:defRPr sz="1050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8DA5AE"/>
                </a:solidFill>
              </a:defRPr>
            </a:pPr>
            <a:r>
              <a:rPr sz="1050" b="1">
                <a:solidFill>
                  <a:srgbClr val="8DA5A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5585F-FEAE-4A60-9551-FA8E84D6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4FF50-054C-4696-A1FD-ADA18D4C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AFB"/>
                </a:solidFill>
              </a:defRPr>
            </a:defPPr>
            <a:lvl1pPr algn="l">
              <a:defRPr sz="2325" b="1">
                <a:solidFill>
                  <a:srgbClr val="F4FAFB"/>
                </a:solidFill>
              </a:defRPr>
            </a:lvl1pPr>
            <a:lvl2pPr algn="l">
              <a:defRPr sz="2325" b="1">
                <a:solidFill>
                  <a:srgbClr val="F4FAFB"/>
                </a:solidFill>
              </a:defRPr>
            </a:lvl2pPr>
            <a:lvl3pPr algn="l">
              <a:defRPr sz="2325" b="1">
                <a:solidFill>
                  <a:srgbClr val="F4FAFB"/>
                </a:solidFill>
              </a:defRPr>
            </a:lvl3pPr>
            <a:lvl4pPr algn="l">
              <a:defRPr sz="2325" b="1">
                <a:solidFill>
                  <a:srgbClr val="F4FAFB"/>
                </a:solidFill>
              </a:defRPr>
            </a:lvl4pPr>
            <a:lvl5pPr algn="l">
              <a:defRPr sz="2325" b="1">
                <a:solidFill>
                  <a:srgbClr val="F4FAFB"/>
                </a:solidFill>
              </a:defRPr>
            </a:lvl5pPr>
            <a:lvl6pPr algn="l">
              <a:defRPr sz="2325" b="1">
                <a:solidFill>
                  <a:srgbClr val="F4FAFB"/>
                </a:solidFill>
              </a:defRPr>
            </a:lvl6pPr>
            <a:lvl7pPr algn="l">
              <a:defRPr sz="2325" b="1">
                <a:solidFill>
                  <a:srgbClr val="F4FAFB"/>
                </a:solidFill>
              </a:defRPr>
            </a:lvl7pPr>
            <a:lvl8pPr algn="l">
              <a:defRPr sz="2325" b="1">
                <a:solidFill>
                  <a:srgbClr val="F4FAFB"/>
                </a:solidFill>
              </a:defRPr>
            </a:lvl8pPr>
            <a:lvl9pPr algn="l">
              <a:defRPr sz="23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AFB"/>
                </a:solidFill>
              </a:defRPr>
            </a:pPr>
            <a:r>
              <a:rPr sz="2325" b="1">
                <a:solidFill>
                  <a:srgbClr val="F4FAFB"/>
                </a:solidFill>
              </a:rPr>
              <a:t>La curva cambia cada 30 minutos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16053-CCF6-4517-97CA-1533E940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45FDE-F7F4-4981-985B-2178AC9A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4FAFB"/>
                </a:solidFill>
              </a:defRPr>
            </a:defPPr>
            <a:lvl1pPr algn="l">
              <a:defRPr sz="1575" b="0">
                <a:solidFill>
                  <a:srgbClr val="F4FAFB"/>
                </a:solidFill>
              </a:defRPr>
            </a:lvl1pPr>
            <a:lvl2pPr algn="l">
              <a:defRPr sz="1575" b="0">
                <a:solidFill>
                  <a:srgbClr val="F4FAFB"/>
                </a:solidFill>
              </a:defRPr>
            </a:lvl2pPr>
            <a:lvl3pPr algn="l">
              <a:defRPr sz="1575" b="0">
                <a:solidFill>
                  <a:srgbClr val="F4FAFB"/>
                </a:solidFill>
              </a:defRPr>
            </a:lvl3pPr>
            <a:lvl4pPr algn="l">
              <a:defRPr sz="1575" b="0">
                <a:solidFill>
                  <a:srgbClr val="F4FAFB"/>
                </a:solidFill>
              </a:defRPr>
            </a:lvl4pPr>
            <a:lvl5pPr algn="l">
              <a:defRPr sz="1575" b="0">
                <a:solidFill>
                  <a:srgbClr val="F4FAFB"/>
                </a:solidFill>
              </a:defRPr>
            </a:lvl5pPr>
            <a:lvl6pPr algn="l">
              <a:defRPr sz="1575" b="0">
                <a:solidFill>
                  <a:srgbClr val="F4FAFB"/>
                </a:solidFill>
              </a:defRPr>
            </a:lvl6pPr>
            <a:lvl7pPr algn="l">
              <a:defRPr sz="1575" b="0">
                <a:solidFill>
                  <a:srgbClr val="F4FAFB"/>
                </a:solidFill>
              </a:defRPr>
            </a:lvl7pPr>
            <a:lvl8pPr algn="l">
              <a:defRPr sz="1575" b="0">
                <a:solidFill>
                  <a:srgbClr val="F4FAFB"/>
                </a:solidFill>
              </a:defRPr>
            </a:lvl8pPr>
            <a:lvl9pPr algn="l">
              <a:defRPr sz="1575" b="0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AFB"/>
                </a:solidFill>
              </a:defRPr>
            </a:pPr>
            <a:r>
              <a:rPr sz="1575" b="0">
                <a:solidFill>
                  <a:srgbClr val="F4FAFB"/>
                </a:solidFill>
              </a:rPr>
              <a:t>Ciclos horarios, semanales y estacionales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FC847-027A-448D-BF09-4F7A7128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822B8-39D4-476D-ACCA-889E7784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4FAFB"/>
                </a:solidFill>
              </a:defRPr>
            </a:defPPr>
            <a:lvl1pPr algn="l">
              <a:defRPr sz="1575" b="0">
                <a:solidFill>
                  <a:srgbClr val="F4FAFB"/>
                </a:solidFill>
              </a:defRPr>
            </a:lvl1pPr>
            <a:lvl2pPr algn="l">
              <a:defRPr sz="1575" b="0">
                <a:solidFill>
                  <a:srgbClr val="F4FAFB"/>
                </a:solidFill>
              </a:defRPr>
            </a:lvl2pPr>
            <a:lvl3pPr algn="l">
              <a:defRPr sz="1575" b="0">
                <a:solidFill>
                  <a:srgbClr val="F4FAFB"/>
                </a:solidFill>
              </a:defRPr>
            </a:lvl3pPr>
            <a:lvl4pPr algn="l">
              <a:defRPr sz="1575" b="0">
                <a:solidFill>
                  <a:srgbClr val="F4FAFB"/>
                </a:solidFill>
              </a:defRPr>
            </a:lvl4pPr>
            <a:lvl5pPr algn="l">
              <a:defRPr sz="1575" b="0">
                <a:solidFill>
                  <a:srgbClr val="F4FAFB"/>
                </a:solidFill>
              </a:defRPr>
            </a:lvl5pPr>
            <a:lvl6pPr algn="l">
              <a:defRPr sz="1575" b="0">
                <a:solidFill>
                  <a:srgbClr val="F4FAFB"/>
                </a:solidFill>
              </a:defRPr>
            </a:lvl6pPr>
            <a:lvl7pPr algn="l">
              <a:defRPr sz="1575" b="0">
                <a:solidFill>
                  <a:srgbClr val="F4FAFB"/>
                </a:solidFill>
              </a:defRPr>
            </a:lvl7pPr>
            <a:lvl8pPr algn="l">
              <a:defRPr sz="1575" b="0">
                <a:solidFill>
                  <a:srgbClr val="F4FAFB"/>
                </a:solidFill>
              </a:defRPr>
            </a:lvl8pPr>
            <a:lvl9pPr algn="l">
              <a:defRPr sz="1575" b="0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AFB"/>
                </a:solidFill>
              </a:defRPr>
            </a:pPr>
            <a:r>
              <a:rPr sz="1575" b="0">
                <a:solidFill>
                  <a:srgbClr val="F4FAFB"/>
                </a:solidFill>
              </a:rPr>
              <a:t>Cambios por feriados, clima y actividad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1E019-4834-4B69-9B90-78E19C17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6B9E6-A847-4F4D-9DBC-CC3567A3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4FAFB"/>
                </a:solidFill>
              </a:defRPr>
            </a:defPPr>
            <a:lvl1pPr algn="l">
              <a:defRPr sz="1575" b="0">
                <a:solidFill>
                  <a:srgbClr val="F4FAFB"/>
                </a:solidFill>
              </a:defRPr>
            </a:lvl1pPr>
            <a:lvl2pPr algn="l">
              <a:defRPr sz="1575" b="0">
                <a:solidFill>
                  <a:srgbClr val="F4FAFB"/>
                </a:solidFill>
              </a:defRPr>
            </a:lvl2pPr>
            <a:lvl3pPr algn="l">
              <a:defRPr sz="1575" b="0">
                <a:solidFill>
                  <a:srgbClr val="F4FAFB"/>
                </a:solidFill>
              </a:defRPr>
            </a:lvl3pPr>
            <a:lvl4pPr algn="l">
              <a:defRPr sz="1575" b="0">
                <a:solidFill>
                  <a:srgbClr val="F4FAFB"/>
                </a:solidFill>
              </a:defRPr>
            </a:lvl4pPr>
            <a:lvl5pPr algn="l">
              <a:defRPr sz="1575" b="0">
                <a:solidFill>
                  <a:srgbClr val="F4FAFB"/>
                </a:solidFill>
              </a:defRPr>
            </a:lvl5pPr>
            <a:lvl6pPr algn="l">
              <a:defRPr sz="1575" b="0">
                <a:solidFill>
                  <a:srgbClr val="F4FAFB"/>
                </a:solidFill>
              </a:defRPr>
            </a:lvl6pPr>
            <a:lvl7pPr algn="l">
              <a:defRPr sz="1575" b="0">
                <a:solidFill>
                  <a:srgbClr val="F4FAFB"/>
                </a:solidFill>
              </a:defRPr>
            </a:lvl7pPr>
            <a:lvl8pPr algn="l">
              <a:defRPr sz="1575" b="0">
                <a:solidFill>
                  <a:srgbClr val="F4FAFB"/>
                </a:solidFill>
              </a:defRPr>
            </a:lvl8pPr>
            <a:lvl9pPr algn="l">
              <a:defRPr sz="1575" b="0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AFB"/>
                </a:solidFill>
              </a:defRPr>
            </a:pPr>
            <a:r>
              <a:rPr sz="1575" b="0">
                <a:solidFill>
                  <a:srgbClr val="F4FAFB"/>
                </a:solidFill>
              </a:rPr>
              <a:t>Revisiones de COES durante el día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9CEC2-CD6F-45FC-AD49-D8D1F256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5148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090D6-93ED-40AC-A8AF-700DDF2D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25D0B1"/>
                </a:solidFill>
              </a:defRPr>
            </a:defPPr>
            <a:lvl1pPr algn="l">
              <a:defRPr sz="1200" b="1">
                <a:solidFill>
                  <a:srgbClr val="25D0B1"/>
                </a:solidFill>
              </a:defRPr>
            </a:lvl1pPr>
            <a:lvl2pPr algn="l">
              <a:defRPr sz="1200" b="1">
                <a:solidFill>
                  <a:srgbClr val="25D0B1"/>
                </a:solidFill>
              </a:defRPr>
            </a:lvl2pPr>
            <a:lvl3pPr algn="l">
              <a:defRPr sz="1200" b="1">
                <a:solidFill>
                  <a:srgbClr val="25D0B1"/>
                </a:solidFill>
              </a:defRPr>
            </a:lvl3pPr>
            <a:lvl4pPr algn="l">
              <a:defRPr sz="1200" b="1">
                <a:solidFill>
                  <a:srgbClr val="25D0B1"/>
                </a:solidFill>
              </a:defRPr>
            </a:lvl4pPr>
            <a:lvl5pPr algn="l">
              <a:defRPr sz="1200" b="1">
                <a:solidFill>
                  <a:srgbClr val="25D0B1"/>
                </a:solidFill>
              </a:defRPr>
            </a:lvl5pPr>
            <a:lvl6pPr algn="l">
              <a:defRPr sz="1200" b="1">
                <a:solidFill>
                  <a:srgbClr val="25D0B1"/>
                </a:solidFill>
              </a:defRPr>
            </a:lvl6pPr>
            <a:lvl7pPr algn="l">
              <a:defRPr sz="1200" b="1">
                <a:solidFill>
                  <a:srgbClr val="25D0B1"/>
                </a:solidFill>
              </a:defRPr>
            </a:lvl7pPr>
            <a:lvl8pPr algn="l">
              <a:defRPr sz="1200" b="1">
                <a:solidFill>
                  <a:srgbClr val="25D0B1"/>
                </a:solidFill>
              </a:defRPr>
            </a:lvl8pPr>
            <a:lvl9pPr algn="l">
              <a:defRPr sz="12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5D0B1"/>
                </a:solidFill>
              </a:defRPr>
            </a:pPr>
            <a:r>
              <a:rPr sz="1200" b="1">
                <a:solidFill>
                  <a:srgbClr val="25D0B1"/>
                </a:solidFill>
              </a:rPr>
              <a:t>Pregunta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A5EF3-C3EB-47E3-88A6-89DA3C40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361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AFB"/>
                </a:solidFill>
              </a:defRPr>
            </a:defPPr>
            <a:lvl1pPr algn="l">
              <a:defRPr sz="2400" b="1">
                <a:solidFill>
                  <a:srgbClr val="F4FAFB"/>
                </a:solidFill>
              </a:defRPr>
            </a:lvl1pPr>
            <a:lvl2pPr algn="l">
              <a:defRPr sz="2400" b="1">
                <a:solidFill>
                  <a:srgbClr val="F4FAFB"/>
                </a:solidFill>
              </a:defRPr>
            </a:lvl2pPr>
            <a:lvl3pPr algn="l">
              <a:defRPr sz="2400" b="1">
                <a:solidFill>
                  <a:srgbClr val="F4FAFB"/>
                </a:solidFill>
              </a:defRPr>
            </a:lvl3pPr>
            <a:lvl4pPr algn="l">
              <a:defRPr sz="2400" b="1">
                <a:solidFill>
                  <a:srgbClr val="F4FAFB"/>
                </a:solidFill>
              </a:defRPr>
            </a:lvl4pPr>
            <a:lvl5pPr algn="l">
              <a:defRPr sz="2400" b="1">
                <a:solidFill>
                  <a:srgbClr val="F4FAFB"/>
                </a:solidFill>
              </a:defRPr>
            </a:lvl5pPr>
            <a:lvl6pPr algn="l">
              <a:defRPr sz="2400" b="1">
                <a:solidFill>
                  <a:srgbClr val="F4FAFB"/>
                </a:solidFill>
              </a:defRPr>
            </a:lvl6pPr>
            <a:lvl7pPr algn="l">
              <a:defRPr sz="2400" b="1">
                <a:solidFill>
                  <a:srgbClr val="F4FAFB"/>
                </a:solidFill>
              </a:defRPr>
            </a:lvl7pPr>
            <a:lvl8pPr algn="l">
              <a:defRPr sz="2400" b="1">
                <a:solidFill>
                  <a:srgbClr val="F4FAFB"/>
                </a:solidFill>
              </a:defRPr>
            </a:lvl8pPr>
            <a:lvl9pPr algn="l">
              <a:defRPr sz="240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AFB"/>
                </a:solidFill>
              </a:defRPr>
            </a:pPr>
            <a:r>
              <a:rPr sz="2400" b="1">
                <a:solidFill>
                  <a:srgbClr val="F4FAFB"/>
                </a:solidFill>
              </a:rPr>
              <a:t>¿Podemos reducir</a:t>
            </a:r>
          </a:p>
          <a:p xmlns:a="http://schemas.openxmlformats.org/drawingml/2006/main">
            <a:pPr algn="l">
              <a:defRPr sz="2400" b="1">
                <a:solidFill>
                  <a:srgbClr val="F4FAFB"/>
                </a:solidFill>
              </a:defRPr>
            </a:pPr>
            <a:r>
              <a:rPr sz="2400" b="1">
                <a:solidFill>
                  <a:srgbClr val="F4FAFB"/>
                </a:solidFill>
              </a:rPr>
              <a:t>el error de COES</a:t>
            </a:r>
          </a:p>
          <a:p xmlns:a="http://schemas.openxmlformats.org/drawingml/2006/main">
            <a:pPr algn="l">
              <a:defRPr sz="2400" b="1">
                <a:solidFill>
                  <a:srgbClr val="F4FAFB"/>
                </a:solidFill>
              </a:defRPr>
            </a:pPr>
            <a:r>
              <a:rPr sz="2400" b="1">
                <a:solidFill>
                  <a:srgbClr val="F4FAFB"/>
                </a:solidFill>
              </a:rPr>
              <a:t>en 6, 12 y 24 horas?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B54EB-551E-4E4C-BEE8-03327E5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B449"/>
                </a:solidFill>
              </a:defRPr>
            </a:defPPr>
            <a:lvl1pPr algn="l">
              <a:defRPr sz="1200" b="1">
                <a:solidFill>
                  <a:srgbClr val="FFB449"/>
                </a:solidFill>
              </a:defRPr>
            </a:lvl1pPr>
            <a:lvl2pPr algn="l">
              <a:defRPr sz="1200" b="1">
                <a:solidFill>
                  <a:srgbClr val="FFB449"/>
                </a:solidFill>
              </a:defRPr>
            </a:lvl2pPr>
            <a:lvl3pPr algn="l">
              <a:defRPr sz="1200" b="1">
                <a:solidFill>
                  <a:srgbClr val="FFB449"/>
                </a:solidFill>
              </a:defRPr>
            </a:lvl3pPr>
            <a:lvl4pPr algn="l">
              <a:defRPr sz="1200" b="1">
                <a:solidFill>
                  <a:srgbClr val="FFB449"/>
                </a:solidFill>
              </a:defRPr>
            </a:lvl4pPr>
            <a:lvl5pPr algn="l">
              <a:defRPr sz="1200" b="1">
                <a:solidFill>
                  <a:srgbClr val="FFB449"/>
                </a:solidFill>
              </a:defRPr>
            </a:lvl5pPr>
            <a:lvl6pPr algn="l">
              <a:defRPr sz="1200" b="1">
                <a:solidFill>
                  <a:srgbClr val="FFB449"/>
                </a:solidFill>
              </a:defRPr>
            </a:lvl6pPr>
            <a:lvl7pPr algn="l">
              <a:defRPr sz="1200" b="1">
                <a:solidFill>
                  <a:srgbClr val="FFB449"/>
                </a:solidFill>
              </a:defRPr>
            </a:lvl7pPr>
            <a:lvl8pPr algn="l">
              <a:defRPr sz="1200" b="1">
                <a:solidFill>
                  <a:srgbClr val="FFB449"/>
                </a:solidFill>
              </a:defRPr>
            </a:lvl8pPr>
            <a:lvl9pPr algn="l">
              <a:defRPr sz="1200" b="1">
                <a:solidFill>
                  <a:srgbClr val="FFB449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B449"/>
                </a:solidFill>
              </a:defRPr>
            </a:pPr>
            <a:r>
              <a:rPr sz="1200" b="1">
                <a:solidFill>
                  <a:srgbClr val="FFB449"/>
                </a:solidFill>
              </a:rPr>
              <a:t>Criterio: MAE fuera de muestra</a:t>
            </a:r>
          </a:p>
        </p:txBody>
      </p:sp>
    </p:spTree>
    <p:extLst>
      <p:ext uri="{BB962C8B-B14F-4D97-AF65-F5344CB8AC3E}">
        <p14:creationId xmlns:p14="http://schemas.microsoft.com/office/powerpoint/2010/main" val="1126182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A852CF-487C-4E91-83A6-B2B8A719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D0B1"/>
                </a:solidFill>
              </a:defRPr>
            </a:defPPr>
            <a:lvl1pPr algn="l">
              <a:defRPr sz="900" b="1">
                <a:solidFill>
                  <a:srgbClr val="25D0B1"/>
                </a:solidFill>
              </a:defRPr>
            </a:lvl1pPr>
            <a:lvl2pPr algn="l">
              <a:defRPr sz="900" b="1">
                <a:solidFill>
                  <a:srgbClr val="25D0B1"/>
                </a:solidFill>
              </a:defRPr>
            </a:lvl2pPr>
            <a:lvl3pPr algn="l">
              <a:defRPr sz="900" b="1">
                <a:solidFill>
                  <a:srgbClr val="25D0B1"/>
                </a:solidFill>
              </a:defRPr>
            </a:lvl3pPr>
            <a:lvl4pPr algn="l">
              <a:defRPr sz="900" b="1">
                <a:solidFill>
                  <a:srgbClr val="25D0B1"/>
                </a:solidFill>
              </a:defRPr>
            </a:lvl4pPr>
            <a:lvl5pPr algn="l">
              <a:defRPr sz="900" b="1">
                <a:solidFill>
                  <a:srgbClr val="25D0B1"/>
                </a:solidFill>
              </a:defRPr>
            </a:lvl5pPr>
            <a:lvl6pPr algn="l">
              <a:defRPr sz="900" b="1">
                <a:solidFill>
                  <a:srgbClr val="25D0B1"/>
                </a:solidFill>
              </a:defRPr>
            </a:lvl6pPr>
            <a:lvl7pPr algn="l">
              <a:defRPr sz="900" b="1">
                <a:solidFill>
                  <a:srgbClr val="25D0B1"/>
                </a:solidFill>
              </a:defRPr>
            </a:lvl7pPr>
            <a:lvl8pPr algn="l">
              <a:defRPr sz="900" b="1">
                <a:solidFill>
                  <a:srgbClr val="25D0B1"/>
                </a:solidFill>
              </a:defRPr>
            </a:lvl8pPr>
            <a:lvl9pPr algn="l">
              <a:defRPr sz="9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D0B1"/>
                </a:solidFill>
              </a:defRPr>
            </a:pPr>
            <a:r>
              <a:rPr sz="900" b="1">
                <a:solidFill>
                  <a:srgbClr val="25D0B1"/>
                </a:solidFill>
              </a:rPr>
              <a:t>02 ·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CFBC4-4C94-4BBA-A15C-45137C6E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AFB"/>
                </a:solidFill>
              </a:defRPr>
            </a:defPPr>
            <a:lvl1pPr algn="l">
              <a:defRPr sz="2550" b="1">
                <a:solidFill>
                  <a:srgbClr val="F4FAFB"/>
                </a:solidFill>
              </a:defRPr>
            </a:lvl1pPr>
            <a:lvl2pPr algn="l">
              <a:defRPr sz="2550" b="1">
                <a:solidFill>
                  <a:srgbClr val="F4FAFB"/>
                </a:solidFill>
              </a:defRPr>
            </a:lvl2pPr>
            <a:lvl3pPr algn="l">
              <a:defRPr sz="2550" b="1">
                <a:solidFill>
                  <a:srgbClr val="F4FAFB"/>
                </a:solidFill>
              </a:defRPr>
            </a:lvl3pPr>
            <a:lvl4pPr algn="l">
              <a:defRPr sz="2550" b="1">
                <a:solidFill>
                  <a:srgbClr val="F4FAFB"/>
                </a:solidFill>
              </a:defRPr>
            </a:lvl4pPr>
            <a:lvl5pPr algn="l">
              <a:defRPr sz="2550" b="1">
                <a:solidFill>
                  <a:srgbClr val="F4FAFB"/>
                </a:solidFill>
              </a:defRPr>
            </a:lvl5pPr>
            <a:lvl6pPr algn="l">
              <a:defRPr sz="2550" b="1">
                <a:solidFill>
                  <a:srgbClr val="F4FAFB"/>
                </a:solidFill>
              </a:defRPr>
            </a:lvl6pPr>
            <a:lvl7pPr algn="l">
              <a:defRPr sz="2550" b="1">
                <a:solidFill>
                  <a:srgbClr val="F4FAFB"/>
                </a:solidFill>
              </a:defRPr>
            </a:lvl7pPr>
            <a:lvl8pPr algn="l">
              <a:defRPr sz="2550" b="1">
                <a:solidFill>
                  <a:srgbClr val="F4FAFB"/>
                </a:solidFill>
              </a:defRPr>
            </a:lvl8pPr>
            <a:lvl9pPr algn="l">
              <a:defRPr sz="25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Datos oficiales y trazables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4F54D-0CB0-4292-B230-9E42E7BC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8DA5AE"/>
                </a:solidFill>
              </a:defRPr>
            </a:defPPr>
            <a:lvl1pPr algn="r">
              <a:defRPr sz="1050" b="1">
                <a:solidFill>
                  <a:srgbClr val="8DA5AE"/>
                </a:solidFill>
              </a:defRPr>
            </a:lvl1pPr>
            <a:lvl2pPr algn="r">
              <a:defRPr sz="1050" b="1">
                <a:solidFill>
                  <a:srgbClr val="8DA5AE"/>
                </a:solidFill>
              </a:defRPr>
            </a:lvl2pPr>
            <a:lvl3pPr algn="r">
              <a:defRPr sz="1050" b="1">
                <a:solidFill>
                  <a:srgbClr val="8DA5AE"/>
                </a:solidFill>
              </a:defRPr>
            </a:lvl3pPr>
            <a:lvl4pPr algn="r">
              <a:defRPr sz="1050" b="1">
                <a:solidFill>
                  <a:srgbClr val="8DA5AE"/>
                </a:solidFill>
              </a:defRPr>
            </a:lvl4pPr>
            <a:lvl5pPr algn="r">
              <a:defRPr sz="1050" b="1">
                <a:solidFill>
                  <a:srgbClr val="8DA5AE"/>
                </a:solidFill>
              </a:defRPr>
            </a:lvl5pPr>
            <a:lvl6pPr algn="r">
              <a:defRPr sz="1050" b="1">
                <a:solidFill>
                  <a:srgbClr val="8DA5AE"/>
                </a:solidFill>
              </a:defRPr>
            </a:lvl6pPr>
            <a:lvl7pPr algn="r">
              <a:defRPr sz="1050" b="1">
                <a:solidFill>
                  <a:srgbClr val="8DA5AE"/>
                </a:solidFill>
              </a:defRPr>
            </a:lvl7pPr>
            <a:lvl8pPr algn="r">
              <a:defRPr sz="1050" b="1">
                <a:solidFill>
                  <a:srgbClr val="8DA5AE"/>
                </a:solidFill>
              </a:defRPr>
            </a:lvl8pPr>
            <a:lvl9pPr algn="r">
              <a:defRPr sz="1050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8DA5AE"/>
                </a:solidFill>
              </a:defRPr>
            </a:pPr>
            <a:r>
              <a:rPr sz="1050" b="1">
                <a:solidFill>
                  <a:srgbClr val="8DA5A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1CC2D-33DB-4645-B7A8-EB1270FC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A4BD5-BD0E-47C1-BDB3-4B837611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381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ADC0C-4F19-4A58-A178-A8D9562C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4FAFB"/>
                </a:solidFill>
              </a:defRPr>
            </a:defPPr>
            <a:lvl1pPr algn="l">
              <a:defRPr sz="2625" b="1">
                <a:solidFill>
                  <a:srgbClr val="F4FAFB"/>
                </a:solidFill>
              </a:defRPr>
            </a:lvl1pPr>
            <a:lvl2pPr algn="l">
              <a:defRPr sz="2625" b="1">
                <a:solidFill>
                  <a:srgbClr val="F4FAFB"/>
                </a:solidFill>
              </a:defRPr>
            </a:lvl2pPr>
            <a:lvl3pPr algn="l">
              <a:defRPr sz="2625" b="1">
                <a:solidFill>
                  <a:srgbClr val="F4FAFB"/>
                </a:solidFill>
              </a:defRPr>
            </a:lvl3pPr>
            <a:lvl4pPr algn="l">
              <a:defRPr sz="2625" b="1">
                <a:solidFill>
                  <a:srgbClr val="F4FAFB"/>
                </a:solidFill>
              </a:defRPr>
            </a:lvl4pPr>
            <a:lvl5pPr algn="l">
              <a:defRPr sz="2625" b="1">
                <a:solidFill>
                  <a:srgbClr val="F4FAFB"/>
                </a:solidFill>
              </a:defRPr>
            </a:lvl5pPr>
            <a:lvl6pPr algn="l">
              <a:defRPr sz="2625" b="1">
                <a:solidFill>
                  <a:srgbClr val="F4FAFB"/>
                </a:solidFill>
              </a:defRPr>
            </a:lvl6pPr>
            <a:lvl7pPr algn="l">
              <a:defRPr sz="2625" b="1">
                <a:solidFill>
                  <a:srgbClr val="F4FAFB"/>
                </a:solidFill>
              </a:defRPr>
            </a:lvl7pPr>
            <a:lvl8pPr algn="l">
              <a:defRPr sz="2625" b="1">
                <a:solidFill>
                  <a:srgbClr val="F4FAFB"/>
                </a:solidFill>
              </a:defRPr>
            </a:lvl8pPr>
            <a:lvl9pPr algn="l">
              <a:defRPr sz="26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AFB"/>
                </a:solidFill>
              </a:defRPr>
            </a:pPr>
            <a:r>
              <a:rPr sz="2625" b="1">
                <a:solidFill>
                  <a:srgbClr val="F4FAFB"/>
                </a:solidFill>
              </a:rPr>
              <a:t>48.048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DC0D6-2223-468E-A57B-07E59765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5D0B1"/>
                </a:solidFill>
              </a:defRPr>
            </a:defPPr>
            <a:lvl1pPr algn="l">
              <a:defRPr sz="1125" b="1">
                <a:solidFill>
                  <a:srgbClr val="25D0B1"/>
                </a:solidFill>
              </a:defRPr>
            </a:lvl1pPr>
            <a:lvl2pPr algn="l">
              <a:defRPr sz="1125" b="1">
                <a:solidFill>
                  <a:srgbClr val="25D0B1"/>
                </a:solidFill>
              </a:defRPr>
            </a:lvl2pPr>
            <a:lvl3pPr algn="l">
              <a:defRPr sz="1125" b="1">
                <a:solidFill>
                  <a:srgbClr val="25D0B1"/>
                </a:solidFill>
              </a:defRPr>
            </a:lvl3pPr>
            <a:lvl4pPr algn="l">
              <a:defRPr sz="1125" b="1">
                <a:solidFill>
                  <a:srgbClr val="25D0B1"/>
                </a:solidFill>
              </a:defRPr>
            </a:lvl4pPr>
            <a:lvl5pPr algn="l">
              <a:defRPr sz="1125" b="1">
                <a:solidFill>
                  <a:srgbClr val="25D0B1"/>
                </a:solidFill>
              </a:defRPr>
            </a:lvl5pPr>
            <a:lvl6pPr algn="l">
              <a:defRPr sz="1125" b="1">
                <a:solidFill>
                  <a:srgbClr val="25D0B1"/>
                </a:solidFill>
              </a:defRPr>
            </a:lvl6pPr>
            <a:lvl7pPr algn="l">
              <a:defRPr sz="1125" b="1">
                <a:solidFill>
                  <a:srgbClr val="25D0B1"/>
                </a:solidFill>
              </a:defRPr>
            </a:lvl7pPr>
            <a:lvl8pPr algn="l">
              <a:defRPr sz="1125" b="1">
                <a:solidFill>
                  <a:srgbClr val="25D0B1"/>
                </a:solidFill>
              </a:defRPr>
            </a:lvl8pPr>
            <a:lvl9pPr algn="l">
              <a:defRPr sz="1125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5D0B1"/>
                </a:solidFill>
              </a:defRPr>
            </a:pPr>
            <a:r>
              <a:rPr sz="1125" b="1">
                <a:solidFill>
                  <a:srgbClr val="25D0B1"/>
                </a:solidFill>
              </a:rPr>
              <a:t>INTERVALOS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4AE5E-FAD7-4722-A15C-58AA7C8C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2381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F7E3E-6656-421D-BD04-27B00C42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478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4FAFB"/>
                </a:solidFill>
              </a:defRPr>
            </a:defPPr>
            <a:lvl1pPr algn="l">
              <a:defRPr sz="2625" b="1">
                <a:solidFill>
                  <a:srgbClr val="F4FAFB"/>
                </a:solidFill>
              </a:defRPr>
            </a:lvl1pPr>
            <a:lvl2pPr algn="l">
              <a:defRPr sz="2625" b="1">
                <a:solidFill>
                  <a:srgbClr val="F4FAFB"/>
                </a:solidFill>
              </a:defRPr>
            </a:lvl2pPr>
            <a:lvl3pPr algn="l">
              <a:defRPr sz="2625" b="1">
                <a:solidFill>
                  <a:srgbClr val="F4FAFB"/>
                </a:solidFill>
              </a:defRPr>
            </a:lvl3pPr>
            <a:lvl4pPr algn="l">
              <a:defRPr sz="2625" b="1">
                <a:solidFill>
                  <a:srgbClr val="F4FAFB"/>
                </a:solidFill>
              </a:defRPr>
            </a:lvl4pPr>
            <a:lvl5pPr algn="l">
              <a:defRPr sz="2625" b="1">
                <a:solidFill>
                  <a:srgbClr val="F4FAFB"/>
                </a:solidFill>
              </a:defRPr>
            </a:lvl5pPr>
            <a:lvl6pPr algn="l">
              <a:defRPr sz="2625" b="1">
                <a:solidFill>
                  <a:srgbClr val="F4FAFB"/>
                </a:solidFill>
              </a:defRPr>
            </a:lvl6pPr>
            <a:lvl7pPr algn="l">
              <a:defRPr sz="2625" b="1">
                <a:solidFill>
                  <a:srgbClr val="F4FAFB"/>
                </a:solidFill>
              </a:defRPr>
            </a:lvl7pPr>
            <a:lvl8pPr algn="l">
              <a:defRPr sz="2625" b="1">
                <a:solidFill>
                  <a:srgbClr val="F4FAFB"/>
                </a:solidFill>
              </a:defRPr>
            </a:lvl8pPr>
            <a:lvl9pPr algn="l">
              <a:defRPr sz="26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AFB"/>
                </a:solidFill>
              </a:defRPr>
            </a:pPr>
            <a:r>
              <a:rPr sz="2625" b="1">
                <a:solidFill>
                  <a:srgbClr val="F4FAFB"/>
                </a:solidFill>
              </a:rPr>
              <a:t>30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E8B17-8C40-4D83-81A7-A852A58F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2A8FF"/>
                </a:solidFill>
              </a:defRPr>
            </a:defPPr>
            <a:lvl1pPr algn="l">
              <a:defRPr sz="1125" b="1">
                <a:solidFill>
                  <a:srgbClr val="52A8FF"/>
                </a:solidFill>
              </a:defRPr>
            </a:lvl1pPr>
            <a:lvl2pPr algn="l">
              <a:defRPr sz="1125" b="1">
                <a:solidFill>
                  <a:srgbClr val="52A8FF"/>
                </a:solidFill>
              </a:defRPr>
            </a:lvl2pPr>
            <a:lvl3pPr algn="l">
              <a:defRPr sz="1125" b="1">
                <a:solidFill>
                  <a:srgbClr val="52A8FF"/>
                </a:solidFill>
              </a:defRPr>
            </a:lvl3pPr>
            <a:lvl4pPr algn="l">
              <a:defRPr sz="1125" b="1">
                <a:solidFill>
                  <a:srgbClr val="52A8FF"/>
                </a:solidFill>
              </a:defRPr>
            </a:lvl4pPr>
            <a:lvl5pPr algn="l">
              <a:defRPr sz="1125" b="1">
                <a:solidFill>
                  <a:srgbClr val="52A8FF"/>
                </a:solidFill>
              </a:defRPr>
            </a:lvl5pPr>
            <a:lvl6pPr algn="l">
              <a:defRPr sz="1125" b="1">
                <a:solidFill>
                  <a:srgbClr val="52A8FF"/>
                </a:solidFill>
              </a:defRPr>
            </a:lvl6pPr>
            <a:lvl7pPr algn="l">
              <a:defRPr sz="1125" b="1">
                <a:solidFill>
                  <a:srgbClr val="52A8FF"/>
                </a:solidFill>
              </a:defRPr>
            </a:lvl7pPr>
            <a:lvl8pPr algn="l">
              <a:defRPr sz="1125" b="1">
                <a:solidFill>
                  <a:srgbClr val="52A8FF"/>
                </a:solidFill>
              </a:defRPr>
            </a:lvl8pPr>
            <a:lvl9pPr algn="l">
              <a:defRPr sz="1125" b="1">
                <a:solidFill>
                  <a:srgbClr val="52A8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A8FF"/>
                </a:solidFill>
              </a:defRPr>
            </a:pPr>
            <a:r>
              <a:rPr sz="1125" b="1">
                <a:solidFill>
                  <a:srgbClr val="52A8FF"/>
                </a:solidFill>
              </a:rPr>
              <a:t>FRECUENCIA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FB7B2-BA9F-416F-91EF-CEEF38B7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19250"/>
            <a:ext cx="2857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6A3C8-5CE2-4041-82A3-0E5257C4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478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4FAFB"/>
                </a:solidFill>
              </a:defRPr>
            </a:defPPr>
            <a:lvl1pPr algn="l">
              <a:defRPr sz="2625" b="1">
                <a:solidFill>
                  <a:srgbClr val="F4FAFB"/>
                </a:solidFill>
              </a:defRPr>
            </a:lvl1pPr>
            <a:lvl2pPr algn="l">
              <a:defRPr sz="2625" b="1">
                <a:solidFill>
                  <a:srgbClr val="F4FAFB"/>
                </a:solidFill>
              </a:defRPr>
            </a:lvl2pPr>
            <a:lvl3pPr algn="l">
              <a:defRPr sz="2625" b="1">
                <a:solidFill>
                  <a:srgbClr val="F4FAFB"/>
                </a:solidFill>
              </a:defRPr>
            </a:lvl3pPr>
            <a:lvl4pPr algn="l">
              <a:defRPr sz="2625" b="1">
                <a:solidFill>
                  <a:srgbClr val="F4FAFB"/>
                </a:solidFill>
              </a:defRPr>
            </a:lvl4pPr>
            <a:lvl5pPr algn="l">
              <a:defRPr sz="2625" b="1">
                <a:solidFill>
                  <a:srgbClr val="F4FAFB"/>
                </a:solidFill>
              </a:defRPr>
            </a:lvl5pPr>
            <a:lvl6pPr algn="l">
              <a:defRPr sz="2625" b="1">
                <a:solidFill>
                  <a:srgbClr val="F4FAFB"/>
                </a:solidFill>
              </a:defRPr>
            </a:lvl6pPr>
            <a:lvl7pPr algn="l">
              <a:defRPr sz="2625" b="1">
                <a:solidFill>
                  <a:srgbClr val="F4FAFB"/>
                </a:solidFill>
              </a:defRPr>
            </a:lvl7pPr>
            <a:lvl8pPr algn="l">
              <a:defRPr sz="2625" b="1">
                <a:solidFill>
                  <a:srgbClr val="F4FAFB"/>
                </a:solidFill>
              </a:defRPr>
            </a:lvl8pPr>
            <a:lvl9pPr algn="l">
              <a:defRPr sz="26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AFB"/>
                </a:solidFill>
              </a:defRPr>
            </a:pPr>
            <a:r>
              <a:rPr sz="2625" b="1">
                <a:solidFill>
                  <a:srgbClr val="F4FAFB"/>
                </a:solidFill>
              </a:rPr>
              <a:t>2024–2026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6A8CF-5B26-4A67-AFB7-A97FD160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B449"/>
                </a:solidFill>
              </a:defRPr>
            </a:defPPr>
            <a:lvl1pPr algn="l">
              <a:defRPr sz="1125" b="1">
                <a:solidFill>
                  <a:srgbClr val="FFB449"/>
                </a:solidFill>
              </a:defRPr>
            </a:lvl1pPr>
            <a:lvl2pPr algn="l">
              <a:defRPr sz="1125" b="1">
                <a:solidFill>
                  <a:srgbClr val="FFB449"/>
                </a:solidFill>
              </a:defRPr>
            </a:lvl2pPr>
            <a:lvl3pPr algn="l">
              <a:defRPr sz="1125" b="1">
                <a:solidFill>
                  <a:srgbClr val="FFB449"/>
                </a:solidFill>
              </a:defRPr>
            </a:lvl3pPr>
            <a:lvl4pPr algn="l">
              <a:defRPr sz="1125" b="1">
                <a:solidFill>
                  <a:srgbClr val="FFB449"/>
                </a:solidFill>
              </a:defRPr>
            </a:lvl4pPr>
            <a:lvl5pPr algn="l">
              <a:defRPr sz="1125" b="1">
                <a:solidFill>
                  <a:srgbClr val="FFB449"/>
                </a:solidFill>
              </a:defRPr>
            </a:lvl5pPr>
            <a:lvl6pPr algn="l">
              <a:defRPr sz="1125" b="1">
                <a:solidFill>
                  <a:srgbClr val="FFB449"/>
                </a:solidFill>
              </a:defRPr>
            </a:lvl6pPr>
            <a:lvl7pPr algn="l">
              <a:defRPr sz="1125" b="1">
                <a:solidFill>
                  <a:srgbClr val="FFB449"/>
                </a:solidFill>
              </a:defRPr>
            </a:lvl7pPr>
            <a:lvl8pPr algn="l">
              <a:defRPr sz="1125" b="1">
                <a:solidFill>
                  <a:srgbClr val="FFB449"/>
                </a:solidFill>
              </a:defRPr>
            </a:lvl8pPr>
            <a:lvl9pPr algn="l">
              <a:defRPr sz="1125" b="1">
                <a:solidFill>
                  <a:srgbClr val="FFB449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B449"/>
                </a:solidFill>
              </a:defRPr>
            </a:pPr>
            <a:r>
              <a:rPr sz="1125" b="1">
                <a:solidFill>
                  <a:srgbClr val="FFB449"/>
                </a:solidFill>
              </a:rPr>
              <a:t>PERIODO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7B9A5-1AF3-4620-B49C-F2086241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573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F4FAFB"/>
                </a:solidFill>
              </a:defRPr>
            </a:defPPr>
            <a:lvl1pPr algn="ctr">
              <a:defRPr sz="2250" b="1">
                <a:solidFill>
                  <a:srgbClr val="F4FAFB"/>
                </a:solidFill>
              </a:defRPr>
            </a:lvl1pPr>
            <a:lvl2pPr algn="ctr">
              <a:defRPr sz="2250" b="1">
                <a:solidFill>
                  <a:srgbClr val="F4FAFB"/>
                </a:solidFill>
              </a:defRPr>
            </a:lvl2pPr>
            <a:lvl3pPr algn="ctr">
              <a:defRPr sz="2250" b="1">
                <a:solidFill>
                  <a:srgbClr val="F4FAFB"/>
                </a:solidFill>
              </a:defRPr>
            </a:lvl3pPr>
            <a:lvl4pPr algn="ctr">
              <a:defRPr sz="2250" b="1">
                <a:solidFill>
                  <a:srgbClr val="F4FAFB"/>
                </a:solidFill>
              </a:defRPr>
            </a:lvl4pPr>
            <a:lvl5pPr algn="ctr">
              <a:defRPr sz="2250" b="1">
                <a:solidFill>
                  <a:srgbClr val="F4FAFB"/>
                </a:solidFill>
              </a:defRPr>
            </a:lvl5pPr>
            <a:lvl6pPr algn="ctr">
              <a:defRPr sz="2250" b="1">
                <a:solidFill>
                  <a:srgbClr val="F4FAFB"/>
                </a:solidFill>
              </a:defRPr>
            </a:lvl6pPr>
            <a:lvl7pPr algn="ctr">
              <a:defRPr sz="2250" b="1">
                <a:solidFill>
                  <a:srgbClr val="F4FAFB"/>
                </a:solidFill>
              </a:defRPr>
            </a:lvl7pPr>
            <a:lvl8pPr algn="ctr">
              <a:defRPr sz="2250" b="1">
                <a:solidFill>
                  <a:srgbClr val="F4FAFB"/>
                </a:solidFill>
              </a:defRPr>
            </a:lvl8pPr>
            <a:lvl9pPr algn="ctr">
              <a:defRPr sz="22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4FAFB"/>
                </a:solidFill>
              </a:defRPr>
            </a:pPr>
            <a:r>
              <a:rPr sz="2250" b="1">
                <a:solidFill>
                  <a:srgbClr val="F4FAFB"/>
                </a:solidFill>
              </a:rPr>
              <a:t>COES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235EC-3D4D-44A0-849C-1291E3FB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43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8DA5AE"/>
                </a:solidFill>
              </a:defRPr>
            </a:defPPr>
            <a:lvl1pPr algn="ctr">
              <a:defRPr sz="1050" b="0">
                <a:solidFill>
                  <a:srgbClr val="8DA5AE"/>
                </a:solidFill>
              </a:defRPr>
            </a:lvl1pPr>
            <a:lvl2pPr algn="ctr">
              <a:defRPr sz="1050" b="0">
                <a:solidFill>
                  <a:srgbClr val="8DA5AE"/>
                </a:solidFill>
              </a:defRPr>
            </a:lvl2pPr>
            <a:lvl3pPr algn="ctr">
              <a:defRPr sz="1050" b="0">
                <a:solidFill>
                  <a:srgbClr val="8DA5AE"/>
                </a:solidFill>
              </a:defRPr>
            </a:lvl3pPr>
            <a:lvl4pPr algn="ctr">
              <a:defRPr sz="1050" b="0">
                <a:solidFill>
                  <a:srgbClr val="8DA5AE"/>
                </a:solidFill>
              </a:defRPr>
            </a:lvl4pPr>
            <a:lvl5pPr algn="ctr">
              <a:defRPr sz="1050" b="0">
                <a:solidFill>
                  <a:srgbClr val="8DA5AE"/>
                </a:solidFill>
              </a:defRPr>
            </a:lvl5pPr>
            <a:lvl6pPr algn="ctr">
              <a:defRPr sz="1050" b="0">
                <a:solidFill>
                  <a:srgbClr val="8DA5AE"/>
                </a:solidFill>
              </a:defRPr>
            </a:lvl6pPr>
            <a:lvl7pPr algn="ctr">
              <a:defRPr sz="1050" b="0">
                <a:solidFill>
                  <a:srgbClr val="8DA5AE"/>
                </a:solidFill>
              </a:defRPr>
            </a:lvl7pPr>
            <a:lvl8pPr algn="ctr">
              <a:defRPr sz="1050" b="0">
                <a:solidFill>
                  <a:srgbClr val="8DA5AE"/>
                </a:solidFill>
              </a:defRPr>
            </a:lvl8pPr>
            <a:lvl9pPr algn="ctr">
              <a:defRPr sz="105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8DA5AE"/>
                </a:solidFill>
              </a:defRPr>
            </a:pPr>
            <a:r>
              <a:rPr sz="1050" b="0">
                <a:solidFill>
                  <a:srgbClr val="8DA5AE"/>
                </a:solidFill>
              </a:rPr>
              <a:t>Fuente principal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C203B-C02A-4931-AD44-F5F356C4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2793E-4418-4149-AA1E-12441626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AFB"/>
                </a:solidFill>
              </a:defRPr>
            </a:defPPr>
            <a:lvl1pPr algn="l">
              <a:defRPr sz="1500" b="1">
                <a:solidFill>
                  <a:srgbClr val="F4FAFB"/>
                </a:solidFill>
              </a:defRPr>
            </a:lvl1pPr>
            <a:lvl2pPr algn="l">
              <a:defRPr sz="1500" b="1">
                <a:solidFill>
                  <a:srgbClr val="F4FAFB"/>
                </a:solidFill>
              </a:defRPr>
            </a:lvl2pPr>
            <a:lvl3pPr algn="l">
              <a:defRPr sz="1500" b="1">
                <a:solidFill>
                  <a:srgbClr val="F4FAFB"/>
                </a:solidFill>
              </a:defRPr>
            </a:lvl3pPr>
            <a:lvl4pPr algn="l">
              <a:defRPr sz="1500" b="1">
                <a:solidFill>
                  <a:srgbClr val="F4FAFB"/>
                </a:solidFill>
              </a:defRPr>
            </a:lvl4pPr>
            <a:lvl5pPr algn="l">
              <a:defRPr sz="1500" b="1">
                <a:solidFill>
                  <a:srgbClr val="F4FAFB"/>
                </a:solidFill>
              </a:defRPr>
            </a:lvl5pPr>
            <a:lvl6pPr algn="l">
              <a:defRPr sz="1500" b="1">
                <a:solidFill>
                  <a:srgbClr val="F4FAFB"/>
                </a:solidFill>
              </a:defRPr>
            </a:lvl6pPr>
            <a:lvl7pPr algn="l">
              <a:defRPr sz="1500" b="1">
                <a:solidFill>
                  <a:srgbClr val="F4FAFB"/>
                </a:solidFill>
              </a:defRPr>
            </a:lvl7pPr>
            <a:lvl8pPr algn="l">
              <a:defRPr sz="1500" b="1">
                <a:solidFill>
                  <a:srgbClr val="F4FAFB"/>
                </a:solidFill>
              </a:defRPr>
            </a:lvl8pPr>
            <a:lvl9pPr algn="l">
              <a:defRPr sz="150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AFB"/>
                </a:solidFill>
              </a:defRPr>
            </a:pPr>
            <a:r>
              <a:rPr sz="1500" b="1">
                <a:solidFill>
                  <a:srgbClr val="F4FAFB"/>
                </a:solidFill>
              </a:rPr>
              <a:t>Ejecutado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474AD-EECE-4D62-9965-3B8CB3C9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8DA5AE"/>
                </a:solidFill>
              </a:defRPr>
            </a:defPPr>
            <a:lvl1pPr algn="l">
              <a:defRPr sz="1200" b="0">
                <a:solidFill>
                  <a:srgbClr val="8DA5AE"/>
                </a:solidFill>
              </a:defRPr>
            </a:lvl1pPr>
            <a:lvl2pPr algn="l">
              <a:defRPr sz="1200" b="0">
                <a:solidFill>
                  <a:srgbClr val="8DA5AE"/>
                </a:solidFill>
              </a:defRPr>
            </a:lvl2pPr>
            <a:lvl3pPr algn="l">
              <a:defRPr sz="1200" b="0">
                <a:solidFill>
                  <a:srgbClr val="8DA5AE"/>
                </a:solidFill>
              </a:defRPr>
            </a:lvl3pPr>
            <a:lvl4pPr algn="l">
              <a:defRPr sz="1200" b="0">
                <a:solidFill>
                  <a:srgbClr val="8DA5AE"/>
                </a:solidFill>
              </a:defRPr>
            </a:lvl4pPr>
            <a:lvl5pPr algn="l">
              <a:defRPr sz="1200" b="0">
                <a:solidFill>
                  <a:srgbClr val="8DA5AE"/>
                </a:solidFill>
              </a:defRPr>
            </a:lvl5pPr>
            <a:lvl6pPr algn="l">
              <a:defRPr sz="1200" b="0">
                <a:solidFill>
                  <a:srgbClr val="8DA5AE"/>
                </a:solidFill>
              </a:defRPr>
            </a:lvl6pPr>
            <a:lvl7pPr algn="l">
              <a:defRPr sz="1200" b="0">
                <a:solidFill>
                  <a:srgbClr val="8DA5AE"/>
                </a:solidFill>
              </a:defRPr>
            </a:lvl7pPr>
            <a:lvl8pPr algn="l">
              <a:defRPr sz="1200" b="0">
                <a:solidFill>
                  <a:srgbClr val="8DA5AE"/>
                </a:solidFill>
              </a:defRPr>
            </a:lvl8pPr>
            <a:lvl9pPr algn="l">
              <a:defRPr sz="120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DA5AE"/>
                </a:solidFill>
              </a:defRPr>
            </a:pPr>
            <a:r>
              <a:rPr sz="1200" b="0">
                <a:solidFill>
                  <a:srgbClr val="8DA5AE"/>
                </a:solidFill>
              </a:rPr>
              <a:t>Demanda observada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EE1EC-E35B-4826-A240-FD368A3A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29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AFB"/>
                </a:solidFill>
              </a:defRPr>
            </a:defPPr>
            <a:lvl1pPr algn="l">
              <a:defRPr sz="1500" b="1">
                <a:solidFill>
                  <a:srgbClr val="F4FAFB"/>
                </a:solidFill>
              </a:defRPr>
            </a:lvl1pPr>
            <a:lvl2pPr algn="l">
              <a:defRPr sz="1500" b="1">
                <a:solidFill>
                  <a:srgbClr val="F4FAFB"/>
                </a:solidFill>
              </a:defRPr>
            </a:lvl2pPr>
            <a:lvl3pPr algn="l">
              <a:defRPr sz="1500" b="1">
                <a:solidFill>
                  <a:srgbClr val="F4FAFB"/>
                </a:solidFill>
              </a:defRPr>
            </a:lvl3pPr>
            <a:lvl4pPr algn="l">
              <a:defRPr sz="1500" b="1">
                <a:solidFill>
                  <a:srgbClr val="F4FAFB"/>
                </a:solidFill>
              </a:defRPr>
            </a:lvl4pPr>
            <a:lvl5pPr algn="l">
              <a:defRPr sz="1500" b="1">
                <a:solidFill>
                  <a:srgbClr val="F4FAFB"/>
                </a:solidFill>
              </a:defRPr>
            </a:lvl5pPr>
            <a:lvl6pPr algn="l">
              <a:defRPr sz="1500" b="1">
                <a:solidFill>
                  <a:srgbClr val="F4FAFB"/>
                </a:solidFill>
              </a:defRPr>
            </a:lvl6pPr>
            <a:lvl7pPr algn="l">
              <a:defRPr sz="1500" b="1">
                <a:solidFill>
                  <a:srgbClr val="F4FAFB"/>
                </a:solidFill>
              </a:defRPr>
            </a:lvl7pPr>
            <a:lvl8pPr algn="l">
              <a:defRPr sz="1500" b="1">
                <a:solidFill>
                  <a:srgbClr val="F4FAFB"/>
                </a:solidFill>
              </a:defRPr>
            </a:lvl8pPr>
            <a:lvl9pPr algn="l">
              <a:defRPr sz="150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AFB"/>
                </a:solidFill>
              </a:defRPr>
            </a:pPr>
            <a:r>
              <a:rPr sz="1500" b="1">
                <a:solidFill>
                  <a:srgbClr val="F4FAFB"/>
                </a:solidFill>
              </a:rPr>
              <a:t>Prog. diaria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3C9EE-B001-4716-9F7C-14437909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3862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8DA5AE"/>
                </a:solidFill>
              </a:defRPr>
            </a:defPPr>
            <a:lvl1pPr algn="l">
              <a:defRPr sz="1200" b="0">
                <a:solidFill>
                  <a:srgbClr val="8DA5AE"/>
                </a:solidFill>
              </a:defRPr>
            </a:lvl1pPr>
            <a:lvl2pPr algn="l">
              <a:defRPr sz="1200" b="0">
                <a:solidFill>
                  <a:srgbClr val="8DA5AE"/>
                </a:solidFill>
              </a:defRPr>
            </a:lvl2pPr>
            <a:lvl3pPr algn="l">
              <a:defRPr sz="1200" b="0">
                <a:solidFill>
                  <a:srgbClr val="8DA5AE"/>
                </a:solidFill>
              </a:defRPr>
            </a:lvl3pPr>
            <a:lvl4pPr algn="l">
              <a:defRPr sz="1200" b="0">
                <a:solidFill>
                  <a:srgbClr val="8DA5AE"/>
                </a:solidFill>
              </a:defRPr>
            </a:lvl4pPr>
            <a:lvl5pPr algn="l">
              <a:defRPr sz="1200" b="0">
                <a:solidFill>
                  <a:srgbClr val="8DA5AE"/>
                </a:solidFill>
              </a:defRPr>
            </a:lvl5pPr>
            <a:lvl6pPr algn="l">
              <a:defRPr sz="1200" b="0">
                <a:solidFill>
                  <a:srgbClr val="8DA5AE"/>
                </a:solidFill>
              </a:defRPr>
            </a:lvl6pPr>
            <a:lvl7pPr algn="l">
              <a:defRPr sz="1200" b="0">
                <a:solidFill>
                  <a:srgbClr val="8DA5AE"/>
                </a:solidFill>
              </a:defRPr>
            </a:lvl7pPr>
            <a:lvl8pPr algn="l">
              <a:defRPr sz="1200" b="0">
                <a:solidFill>
                  <a:srgbClr val="8DA5AE"/>
                </a:solidFill>
              </a:defRPr>
            </a:lvl8pPr>
            <a:lvl9pPr algn="l">
              <a:defRPr sz="120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DA5AE"/>
                </a:solidFill>
              </a:defRPr>
            </a:pPr>
            <a:r>
              <a:rPr sz="1200" b="0">
                <a:solidFill>
                  <a:srgbClr val="8DA5AE"/>
                </a:solidFill>
              </a:rPr>
              <a:t>Referencia intradía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3D601-2A29-4B0C-980D-27F7D0C3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AFB"/>
                </a:solidFill>
              </a:defRPr>
            </a:defPPr>
            <a:lvl1pPr algn="l">
              <a:defRPr sz="1500" b="1">
                <a:solidFill>
                  <a:srgbClr val="F4FAFB"/>
                </a:solidFill>
              </a:defRPr>
            </a:lvl1pPr>
            <a:lvl2pPr algn="l">
              <a:defRPr sz="1500" b="1">
                <a:solidFill>
                  <a:srgbClr val="F4FAFB"/>
                </a:solidFill>
              </a:defRPr>
            </a:lvl2pPr>
            <a:lvl3pPr algn="l">
              <a:defRPr sz="1500" b="1">
                <a:solidFill>
                  <a:srgbClr val="F4FAFB"/>
                </a:solidFill>
              </a:defRPr>
            </a:lvl3pPr>
            <a:lvl4pPr algn="l">
              <a:defRPr sz="1500" b="1">
                <a:solidFill>
                  <a:srgbClr val="F4FAFB"/>
                </a:solidFill>
              </a:defRPr>
            </a:lvl4pPr>
            <a:lvl5pPr algn="l">
              <a:defRPr sz="1500" b="1">
                <a:solidFill>
                  <a:srgbClr val="F4FAFB"/>
                </a:solidFill>
              </a:defRPr>
            </a:lvl5pPr>
            <a:lvl6pPr algn="l">
              <a:defRPr sz="1500" b="1">
                <a:solidFill>
                  <a:srgbClr val="F4FAFB"/>
                </a:solidFill>
              </a:defRPr>
            </a:lvl6pPr>
            <a:lvl7pPr algn="l">
              <a:defRPr sz="1500" b="1">
                <a:solidFill>
                  <a:srgbClr val="F4FAFB"/>
                </a:solidFill>
              </a:defRPr>
            </a:lvl7pPr>
            <a:lvl8pPr algn="l">
              <a:defRPr sz="1500" b="1">
                <a:solidFill>
                  <a:srgbClr val="F4FAFB"/>
                </a:solidFill>
              </a:defRPr>
            </a:lvl8pPr>
            <a:lvl9pPr algn="l">
              <a:defRPr sz="150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AFB"/>
                </a:solidFill>
              </a:defRPr>
            </a:pPr>
            <a:r>
              <a:rPr sz="1500" b="1">
                <a:solidFill>
                  <a:srgbClr val="F4FAFB"/>
                </a:solidFill>
              </a:rPr>
              <a:t>Prog. semanal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C2492-4C1B-45AF-88C5-5834AA0A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8DA5AE"/>
                </a:solidFill>
              </a:defRPr>
            </a:defPPr>
            <a:lvl1pPr algn="l">
              <a:defRPr sz="1200" b="0">
                <a:solidFill>
                  <a:srgbClr val="8DA5AE"/>
                </a:solidFill>
              </a:defRPr>
            </a:lvl1pPr>
            <a:lvl2pPr algn="l">
              <a:defRPr sz="1200" b="0">
                <a:solidFill>
                  <a:srgbClr val="8DA5AE"/>
                </a:solidFill>
              </a:defRPr>
            </a:lvl2pPr>
            <a:lvl3pPr algn="l">
              <a:defRPr sz="1200" b="0">
                <a:solidFill>
                  <a:srgbClr val="8DA5AE"/>
                </a:solidFill>
              </a:defRPr>
            </a:lvl3pPr>
            <a:lvl4pPr algn="l">
              <a:defRPr sz="1200" b="0">
                <a:solidFill>
                  <a:srgbClr val="8DA5AE"/>
                </a:solidFill>
              </a:defRPr>
            </a:lvl4pPr>
            <a:lvl5pPr algn="l">
              <a:defRPr sz="1200" b="0">
                <a:solidFill>
                  <a:srgbClr val="8DA5AE"/>
                </a:solidFill>
              </a:defRPr>
            </a:lvl5pPr>
            <a:lvl6pPr algn="l">
              <a:defRPr sz="1200" b="0">
                <a:solidFill>
                  <a:srgbClr val="8DA5AE"/>
                </a:solidFill>
              </a:defRPr>
            </a:lvl6pPr>
            <a:lvl7pPr algn="l">
              <a:defRPr sz="1200" b="0">
                <a:solidFill>
                  <a:srgbClr val="8DA5AE"/>
                </a:solidFill>
              </a:defRPr>
            </a:lvl7pPr>
            <a:lvl8pPr algn="l">
              <a:defRPr sz="1200" b="0">
                <a:solidFill>
                  <a:srgbClr val="8DA5AE"/>
                </a:solidFill>
              </a:defRPr>
            </a:lvl8pPr>
            <a:lvl9pPr algn="l">
              <a:defRPr sz="120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DA5AE"/>
                </a:solidFill>
              </a:defRPr>
            </a:pPr>
            <a:r>
              <a:rPr sz="1200" b="0">
                <a:solidFill>
                  <a:srgbClr val="8DA5AE"/>
                </a:solidFill>
              </a:rPr>
              <a:t>Plan semanal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1938C8-1807-43DE-AB05-9FA10E98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AFB"/>
                </a:solidFill>
              </a:defRPr>
            </a:defPPr>
            <a:lvl1pPr algn="l">
              <a:defRPr sz="1500" b="1">
                <a:solidFill>
                  <a:srgbClr val="F4FAFB"/>
                </a:solidFill>
              </a:defRPr>
            </a:lvl1pPr>
            <a:lvl2pPr algn="l">
              <a:defRPr sz="1500" b="1">
                <a:solidFill>
                  <a:srgbClr val="F4FAFB"/>
                </a:solidFill>
              </a:defRPr>
            </a:lvl2pPr>
            <a:lvl3pPr algn="l">
              <a:defRPr sz="1500" b="1">
                <a:solidFill>
                  <a:srgbClr val="F4FAFB"/>
                </a:solidFill>
              </a:defRPr>
            </a:lvl3pPr>
            <a:lvl4pPr algn="l">
              <a:defRPr sz="1500" b="1">
                <a:solidFill>
                  <a:srgbClr val="F4FAFB"/>
                </a:solidFill>
              </a:defRPr>
            </a:lvl4pPr>
            <a:lvl5pPr algn="l">
              <a:defRPr sz="1500" b="1">
                <a:solidFill>
                  <a:srgbClr val="F4FAFB"/>
                </a:solidFill>
              </a:defRPr>
            </a:lvl5pPr>
            <a:lvl6pPr algn="l">
              <a:defRPr sz="1500" b="1">
                <a:solidFill>
                  <a:srgbClr val="F4FAFB"/>
                </a:solidFill>
              </a:defRPr>
            </a:lvl6pPr>
            <a:lvl7pPr algn="l">
              <a:defRPr sz="1500" b="1">
                <a:solidFill>
                  <a:srgbClr val="F4FAFB"/>
                </a:solidFill>
              </a:defRPr>
            </a:lvl7pPr>
            <a:lvl8pPr algn="l">
              <a:defRPr sz="1500" b="1">
                <a:solidFill>
                  <a:srgbClr val="F4FAFB"/>
                </a:solidFill>
              </a:defRPr>
            </a:lvl8pPr>
            <a:lvl9pPr algn="l">
              <a:defRPr sz="150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AFB"/>
                </a:solidFill>
              </a:defRPr>
            </a:pPr>
            <a:r>
              <a:rPr sz="1500" b="1">
                <a:solidFill>
                  <a:srgbClr val="F4FAFB"/>
                </a:solidFill>
              </a:rPr>
              <a:t>Reprogramación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ACD79-2802-4153-884A-1B4C0573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3862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8DA5AE"/>
                </a:solidFill>
              </a:defRPr>
            </a:defPPr>
            <a:lvl1pPr algn="l">
              <a:defRPr sz="1200" b="0">
                <a:solidFill>
                  <a:srgbClr val="8DA5AE"/>
                </a:solidFill>
              </a:defRPr>
            </a:lvl1pPr>
            <a:lvl2pPr algn="l">
              <a:defRPr sz="1200" b="0">
                <a:solidFill>
                  <a:srgbClr val="8DA5AE"/>
                </a:solidFill>
              </a:defRPr>
            </a:lvl2pPr>
            <a:lvl3pPr algn="l">
              <a:defRPr sz="1200" b="0">
                <a:solidFill>
                  <a:srgbClr val="8DA5AE"/>
                </a:solidFill>
              </a:defRPr>
            </a:lvl3pPr>
            <a:lvl4pPr algn="l">
              <a:defRPr sz="1200" b="0">
                <a:solidFill>
                  <a:srgbClr val="8DA5AE"/>
                </a:solidFill>
              </a:defRPr>
            </a:lvl4pPr>
            <a:lvl5pPr algn="l">
              <a:defRPr sz="1200" b="0">
                <a:solidFill>
                  <a:srgbClr val="8DA5AE"/>
                </a:solidFill>
              </a:defRPr>
            </a:lvl5pPr>
            <a:lvl6pPr algn="l">
              <a:defRPr sz="1200" b="0">
                <a:solidFill>
                  <a:srgbClr val="8DA5AE"/>
                </a:solidFill>
              </a:defRPr>
            </a:lvl6pPr>
            <a:lvl7pPr algn="l">
              <a:defRPr sz="1200" b="0">
                <a:solidFill>
                  <a:srgbClr val="8DA5AE"/>
                </a:solidFill>
              </a:defRPr>
            </a:lvl7pPr>
            <a:lvl8pPr algn="l">
              <a:defRPr sz="1200" b="0">
                <a:solidFill>
                  <a:srgbClr val="8DA5AE"/>
                </a:solidFill>
              </a:defRPr>
            </a:lvl8pPr>
            <a:lvl9pPr algn="l">
              <a:defRPr sz="120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DA5AE"/>
                </a:solidFill>
              </a:defRPr>
            </a:pPr>
            <a:r>
              <a:rPr sz="1200" b="0">
                <a:solidFill>
                  <a:srgbClr val="8DA5AE"/>
                </a:solidFill>
              </a:rPr>
              <a:t>Actualización operativa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1585A-EB89-4304-8A13-8458EE4D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5D0B1"/>
                </a:solidFill>
              </a:defRPr>
            </a:defPPr>
            <a:lvl1pPr algn="l">
              <a:defRPr sz="1425" b="1">
                <a:solidFill>
                  <a:srgbClr val="25D0B1"/>
                </a:solidFill>
              </a:defRPr>
            </a:lvl1pPr>
            <a:lvl2pPr algn="l">
              <a:defRPr sz="1425" b="1">
                <a:solidFill>
                  <a:srgbClr val="25D0B1"/>
                </a:solidFill>
              </a:defRPr>
            </a:lvl2pPr>
            <a:lvl3pPr algn="l">
              <a:defRPr sz="1425" b="1">
                <a:solidFill>
                  <a:srgbClr val="25D0B1"/>
                </a:solidFill>
              </a:defRPr>
            </a:lvl3pPr>
            <a:lvl4pPr algn="l">
              <a:defRPr sz="1425" b="1">
                <a:solidFill>
                  <a:srgbClr val="25D0B1"/>
                </a:solidFill>
              </a:defRPr>
            </a:lvl4pPr>
            <a:lvl5pPr algn="l">
              <a:defRPr sz="1425" b="1">
                <a:solidFill>
                  <a:srgbClr val="25D0B1"/>
                </a:solidFill>
              </a:defRPr>
            </a:lvl5pPr>
            <a:lvl6pPr algn="l">
              <a:defRPr sz="1425" b="1">
                <a:solidFill>
                  <a:srgbClr val="25D0B1"/>
                </a:solidFill>
              </a:defRPr>
            </a:lvl6pPr>
            <a:lvl7pPr algn="l">
              <a:defRPr sz="1425" b="1">
                <a:solidFill>
                  <a:srgbClr val="25D0B1"/>
                </a:solidFill>
              </a:defRPr>
            </a:lvl7pPr>
            <a:lvl8pPr algn="l">
              <a:defRPr sz="1425" b="1">
                <a:solidFill>
                  <a:srgbClr val="25D0B1"/>
                </a:solidFill>
              </a:defRPr>
            </a:lvl8pPr>
            <a:lvl9pPr algn="l">
              <a:defRPr sz="1425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5D0B1"/>
                </a:solidFill>
              </a:defRPr>
            </a:pPr>
            <a:r>
              <a:rPr sz="1425" b="1">
                <a:solidFill>
                  <a:srgbClr val="25D0B1"/>
                </a:solidFill>
              </a:rPr>
              <a:t>La hora de captura se conserva en SQLite para evaluar cada versión sin mirar el futuro.</a:t>
            </a:r>
          </a:p>
        </p:txBody>
      </p:sp>
    </p:spTree>
    <p:extLst>
      <p:ext uri="{BB962C8B-B14F-4D97-AF65-F5344CB8AC3E}">
        <p14:creationId xmlns:p14="http://schemas.microsoft.com/office/powerpoint/2010/main" val="1758518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78134-D33C-4370-A78D-2A64A358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D0B1"/>
                </a:solidFill>
              </a:defRPr>
            </a:defPPr>
            <a:lvl1pPr algn="l">
              <a:defRPr sz="900" b="1">
                <a:solidFill>
                  <a:srgbClr val="25D0B1"/>
                </a:solidFill>
              </a:defRPr>
            </a:lvl1pPr>
            <a:lvl2pPr algn="l">
              <a:defRPr sz="900" b="1">
                <a:solidFill>
                  <a:srgbClr val="25D0B1"/>
                </a:solidFill>
              </a:defRPr>
            </a:lvl2pPr>
            <a:lvl3pPr algn="l">
              <a:defRPr sz="900" b="1">
                <a:solidFill>
                  <a:srgbClr val="25D0B1"/>
                </a:solidFill>
              </a:defRPr>
            </a:lvl3pPr>
            <a:lvl4pPr algn="l">
              <a:defRPr sz="900" b="1">
                <a:solidFill>
                  <a:srgbClr val="25D0B1"/>
                </a:solidFill>
              </a:defRPr>
            </a:lvl4pPr>
            <a:lvl5pPr algn="l">
              <a:defRPr sz="900" b="1">
                <a:solidFill>
                  <a:srgbClr val="25D0B1"/>
                </a:solidFill>
              </a:defRPr>
            </a:lvl5pPr>
            <a:lvl6pPr algn="l">
              <a:defRPr sz="900" b="1">
                <a:solidFill>
                  <a:srgbClr val="25D0B1"/>
                </a:solidFill>
              </a:defRPr>
            </a:lvl6pPr>
            <a:lvl7pPr algn="l">
              <a:defRPr sz="900" b="1">
                <a:solidFill>
                  <a:srgbClr val="25D0B1"/>
                </a:solidFill>
              </a:defRPr>
            </a:lvl7pPr>
            <a:lvl8pPr algn="l">
              <a:defRPr sz="900" b="1">
                <a:solidFill>
                  <a:srgbClr val="25D0B1"/>
                </a:solidFill>
              </a:defRPr>
            </a:lvl8pPr>
            <a:lvl9pPr algn="l">
              <a:defRPr sz="9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D0B1"/>
                </a:solidFill>
              </a:defRPr>
            </a:pPr>
            <a:r>
              <a:rPr sz="900" b="1">
                <a:solidFill>
                  <a:srgbClr val="25D0B1"/>
                </a:solidFill>
              </a:rPr>
              <a:t>03 · PREPARACIÓN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96816-C864-4C8E-B411-BEC794C6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AFB"/>
                </a:solidFill>
              </a:defRPr>
            </a:defPPr>
            <a:lvl1pPr algn="l">
              <a:defRPr sz="2550" b="1">
                <a:solidFill>
                  <a:srgbClr val="F4FAFB"/>
                </a:solidFill>
              </a:defRPr>
            </a:lvl1pPr>
            <a:lvl2pPr algn="l">
              <a:defRPr sz="2550" b="1">
                <a:solidFill>
                  <a:srgbClr val="F4FAFB"/>
                </a:solidFill>
              </a:defRPr>
            </a:lvl2pPr>
            <a:lvl3pPr algn="l">
              <a:defRPr sz="2550" b="1">
                <a:solidFill>
                  <a:srgbClr val="F4FAFB"/>
                </a:solidFill>
              </a:defRPr>
            </a:lvl3pPr>
            <a:lvl4pPr algn="l">
              <a:defRPr sz="2550" b="1">
                <a:solidFill>
                  <a:srgbClr val="F4FAFB"/>
                </a:solidFill>
              </a:defRPr>
            </a:lvl4pPr>
            <a:lvl5pPr algn="l">
              <a:defRPr sz="2550" b="1">
                <a:solidFill>
                  <a:srgbClr val="F4FAFB"/>
                </a:solidFill>
              </a:defRPr>
            </a:lvl5pPr>
            <a:lvl6pPr algn="l">
              <a:defRPr sz="2550" b="1">
                <a:solidFill>
                  <a:srgbClr val="F4FAFB"/>
                </a:solidFill>
              </a:defRPr>
            </a:lvl6pPr>
            <a:lvl7pPr algn="l">
              <a:defRPr sz="2550" b="1">
                <a:solidFill>
                  <a:srgbClr val="F4FAFB"/>
                </a:solidFill>
              </a:defRPr>
            </a:lvl7pPr>
            <a:lvl8pPr algn="l">
              <a:defRPr sz="2550" b="1">
                <a:solidFill>
                  <a:srgbClr val="F4FAFB"/>
                </a:solidFill>
              </a:defRPr>
            </a:lvl8pPr>
            <a:lvl9pPr algn="l">
              <a:defRPr sz="25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Variables sin fuga temporal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6F0ED-1288-4681-9D52-848AD420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8DA5AE"/>
                </a:solidFill>
              </a:defRPr>
            </a:defPPr>
            <a:lvl1pPr algn="r">
              <a:defRPr sz="1050" b="1">
                <a:solidFill>
                  <a:srgbClr val="8DA5AE"/>
                </a:solidFill>
              </a:defRPr>
            </a:lvl1pPr>
            <a:lvl2pPr algn="r">
              <a:defRPr sz="1050" b="1">
                <a:solidFill>
                  <a:srgbClr val="8DA5AE"/>
                </a:solidFill>
              </a:defRPr>
            </a:lvl2pPr>
            <a:lvl3pPr algn="r">
              <a:defRPr sz="1050" b="1">
                <a:solidFill>
                  <a:srgbClr val="8DA5AE"/>
                </a:solidFill>
              </a:defRPr>
            </a:lvl3pPr>
            <a:lvl4pPr algn="r">
              <a:defRPr sz="1050" b="1">
                <a:solidFill>
                  <a:srgbClr val="8DA5AE"/>
                </a:solidFill>
              </a:defRPr>
            </a:lvl4pPr>
            <a:lvl5pPr algn="r">
              <a:defRPr sz="1050" b="1">
                <a:solidFill>
                  <a:srgbClr val="8DA5AE"/>
                </a:solidFill>
              </a:defRPr>
            </a:lvl5pPr>
            <a:lvl6pPr algn="r">
              <a:defRPr sz="1050" b="1">
                <a:solidFill>
                  <a:srgbClr val="8DA5AE"/>
                </a:solidFill>
              </a:defRPr>
            </a:lvl6pPr>
            <a:lvl7pPr algn="r">
              <a:defRPr sz="1050" b="1">
                <a:solidFill>
                  <a:srgbClr val="8DA5AE"/>
                </a:solidFill>
              </a:defRPr>
            </a:lvl7pPr>
            <a:lvl8pPr algn="r">
              <a:defRPr sz="1050" b="1">
                <a:solidFill>
                  <a:srgbClr val="8DA5AE"/>
                </a:solidFill>
              </a:defRPr>
            </a:lvl8pPr>
            <a:lvl9pPr algn="r">
              <a:defRPr sz="1050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8DA5AE"/>
                </a:solidFill>
              </a:defRPr>
            </a:pPr>
            <a:r>
              <a:rPr sz="1050" b="1">
                <a:solidFill>
                  <a:srgbClr val="8DA5A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03BFE-561A-45C8-8C3E-266A6FB6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DFFDC-ACF4-445E-93CA-C45BE745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857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49D2E-F91C-4755-A8A0-053845AD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EF1DB-B4D5-4C18-8D72-B9550F7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573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4FAFB"/>
                </a:solidFill>
              </a:defRPr>
            </a:defPPr>
            <a:lvl1pPr algn="l">
              <a:defRPr sz="1425" b="1">
                <a:solidFill>
                  <a:srgbClr val="F4FAFB"/>
                </a:solidFill>
              </a:defRPr>
            </a:lvl1pPr>
            <a:lvl2pPr algn="l">
              <a:defRPr sz="1425" b="1">
                <a:solidFill>
                  <a:srgbClr val="F4FAFB"/>
                </a:solidFill>
              </a:defRPr>
            </a:lvl2pPr>
            <a:lvl3pPr algn="l">
              <a:defRPr sz="1425" b="1">
                <a:solidFill>
                  <a:srgbClr val="F4FAFB"/>
                </a:solidFill>
              </a:defRPr>
            </a:lvl3pPr>
            <a:lvl4pPr algn="l">
              <a:defRPr sz="1425" b="1">
                <a:solidFill>
                  <a:srgbClr val="F4FAFB"/>
                </a:solidFill>
              </a:defRPr>
            </a:lvl4pPr>
            <a:lvl5pPr algn="l">
              <a:defRPr sz="1425" b="1">
                <a:solidFill>
                  <a:srgbClr val="F4FAFB"/>
                </a:solidFill>
              </a:defRPr>
            </a:lvl5pPr>
            <a:lvl6pPr algn="l">
              <a:defRPr sz="1425" b="1">
                <a:solidFill>
                  <a:srgbClr val="F4FAFB"/>
                </a:solidFill>
              </a:defRPr>
            </a:lvl6pPr>
            <a:lvl7pPr algn="l">
              <a:defRPr sz="1425" b="1">
                <a:solidFill>
                  <a:srgbClr val="F4FAFB"/>
                </a:solidFill>
              </a:defRPr>
            </a:lvl7pPr>
            <a:lvl8pPr algn="l">
              <a:defRPr sz="1425" b="1">
                <a:solidFill>
                  <a:srgbClr val="F4FAFB"/>
                </a:solidFill>
              </a:defRPr>
            </a:lvl8pPr>
            <a:lvl9pPr algn="l">
              <a:defRPr sz="14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AFB"/>
                </a:solidFill>
              </a:defRPr>
            </a:pPr>
            <a:r>
              <a:rPr sz="1425" b="1">
                <a:solidFill>
                  <a:srgbClr val="F4FAFB"/>
                </a:solidFill>
              </a:rPr>
              <a:t>Calendario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B5AC5-B433-473B-A926-65EC75C2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573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8DA5AE"/>
                </a:solidFill>
              </a:defRPr>
            </a:defPPr>
            <a:lvl1pPr algn="l">
              <a:defRPr sz="1200" b="0">
                <a:solidFill>
                  <a:srgbClr val="8DA5AE"/>
                </a:solidFill>
              </a:defRPr>
            </a:lvl1pPr>
            <a:lvl2pPr algn="l">
              <a:defRPr sz="1200" b="0">
                <a:solidFill>
                  <a:srgbClr val="8DA5AE"/>
                </a:solidFill>
              </a:defRPr>
            </a:lvl2pPr>
            <a:lvl3pPr algn="l">
              <a:defRPr sz="1200" b="0">
                <a:solidFill>
                  <a:srgbClr val="8DA5AE"/>
                </a:solidFill>
              </a:defRPr>
            </a:lvl3pPr>
            <a:lvl4pPr algn="l">
              <a:defRPr sz="1200" b="0">
                <a:solidFill>
                  <a:srgbClr val="8DA5AE"/>
                </a:solidFill>
              </a:defRPr>
            </a:lvl4pPr>
            <a:lvl5pPr algn="l">
              <a:defRPr sz="1200" b="0">
                <a:solidFill>
                  <a:srgbClr val="8DA5AE"/>
                </a:solidFill>
              </a:defRPr>
            </a:lvl5pPr>
            <a:lvl6pPr algn="l">
              <a:defRPr sz="1200" b="0">
                <a:solidFill>
                  <a:srgbClr val="8DA5AE"/>
                </a:solidFill>
              </a:defRPr>
            </a:lvl6pPr>
            <a:lvl7pPr algn="l">
              <a:defRPr sz="1200" b="0">
                <a:solidFill>
                  <a:srgbClr val="8DA5AE"/>
                </a:solidFill>
              </a:defRPr>
            </a:lvl7pPr>
            <a:lvl8pPr algn="l">
              <a:defRPr sz="1200" b="0">
                <a:solidFill>
                  <a:srgbClr val="8DA5AE"/>
                </a:solidFill>
              </a:defRPr>
            </a:lvl8pPr>
            <a:lvl9pPr algn="l">
              <a:defRPr sz="120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DA5AE"/>
                </a:solidFill>
              </a:defRPr>
            </a:pPr>
            <a:r>
              <a:rPr sz="1200" b="0">
                <a:solidFill>
                  <a:srgbClr val="8DA5AE"/>
                </a:solidFill>
              </a:rPr>
              <a:t>hora · día · feriado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191D3-3547-4080-87AD-ED63104C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857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3C950-8D07-41AD-BA18-2A4902C0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AC6C8-DD81-40A3-96AE-5BA075B3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4FAFB"/>
                </a:solidFill>
              </a:defRPr>
            </a:defPPr>
            <a:lvl1pPr algn="l">
              <a:defRPr sz="1425" b="1">
                <a:solidFill>
                  <a:srgbClr val="F4FAFB"/>
                </a:solidFill>
              </a:defRPr>
            </a:lvl1pPr>
            <a:lvl2pPr algn="l">
              <a:defRPr sz="1425" b="1">
                <a:solidFill>
                  <a:srgbClr val="F4FAFB"/>
                </a:solidFill>
              </a:defRPr>
            </a:lvl2pPr>
            <a:lvl3pPr algn="l">
              <a:defRPr sz="1425" b="1">
                <a:solidFill>
                  <a:srgbClr val="F4FAFB"/>
                </a:solidFill>
              </a:defRPr>
            </a:lvl3pPr>
            <a:lvl4pPr algn="l">
              <a:defRPr sz="1425" b="1">
                <a:solidFill>
                  <a:srgbClr val="F4FAFB"/>
                </a:solidFill>
              </a:defRPr>
            </a:lvl4pPr>
            <a:lvl5pPr algn="l">
              <a:defRPr sz="1425" b="1">
                <a:solidFill>
                  <a:srgbClr val="F4FAFB"/>
                </a:solidFill>
              </a:defRPr>
            </a:lvl5pPr>
            <a:lvl6pPr algn="l">
              <a:defRPr sz="1425" b="1">
                <a:solidFill>
                  <a:srgbClr val="F4FAFB"/>
                </a:solidFill>
              </a:defRPr>
            </a:lvl6pPr>
            <a:lvl7pPr algn="l">
              <a:defRPr sz="1425" b="1">
                <a:solidFill>
                  <a:srgbClr val="F4FAFB"/>
                </a:solidFill>
              </a:defRPr>
            </a:lvl7pPr>
            <a:lvl8pPr algn="l">
              <a:defRPr sz="1425" b="1">
                <a:solidFill>
                  <a:srgbClr val="F4FAFB"/>
                </a:solidFill>
              </a:defRPr>
            </a:lvl8pPr>
            <a:lvl9pPr algn="l">
              <a:defRPr sz="14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AFB"/>
                </a:solidFill>
              </a:defRPr>
            </a:pPr>
            <a:r>
              <a:rPr sz="1425" b="1">
                <a:solidFill>
                  <a:srgbClr val="F4FAFB"/>
                </a:solidFill>
              </a:rPr>
              <a:t>Retardos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36DC0-A685-4D37-AAE1-C58C3B7F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289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8DA5AE"/>
                </a:solidFill>
              </a:defRPr>
            </a:defPPr>
            <a:lvl1pPr algn="l">
              <a:defRPr sz="1200" b="0">
                <a:solidFill>
                  <a:srgbClr val="8DA5AE"/>
                </a:solidFill>
              </a:defRPr>
            </a:lvl1pPr>
            <a:lvl2pPr algn="l">
              <a:defRPr sz="1200" b="0">
                <a:solidFill>
                  <a:srgbClr val="8DA5AE"/>
                </a:solidFill>
              </a:defRPr>
            </a:lvl2pPr>
            <a:lvl3pPr algn="l">
              <a:defRPr sz="1200" b="0">
                <a:solidFill>
                  <a:srgbClr val="8DA5AE"/>
                </a:solidFill>
              </a:defRPr>
            </a:lvl3pPr>
            <a:lvl4pPr algn="l">
              <a:defRPr sz="1200" b="0">
                <a:solidFill>
                  <a:srgbClr val="8DA5AE"/>
                </a:solidFill>
              </a:defRPr>
            </a:lvl4pPr>
            <a:lvl5pPr algn="l">
              <a:defRPr sz="1200" b="0">
                <a:solidFill>
                  <a:srgbClr val="8DA5AE"/>
                </a:solidFill>
              </a:defRPr>
            </a:lvl5pPr>
            <a:lvl6pPr algn="l">
              <a:defRPr sz="1200" b="0">
                <a:solidFill>
                  <a:srgbClr val="8DA5AE"/>
                </a:solidFill>
              </a:defRPr>
            </a:lvl6pPr>
            <a:lvl7pPr algn="l">
              <a:defRPr sz="1200" b="0">
                <a:solidFill>
                  <a:srgbClr val="8DA5AE"/>
                </a:solidFill>
              </a:defRPr>
            </a:lvl7pPr>
            <a:lvl8pPr algn="l">
              <a:defRPr sz="1200" b="0">
                <a:solidFill>
                  <a:srgbClr val="8DA5AE"/>
                </a:solidFill>
              </a:defRPr>
            </a:lvl8pPr>
            <a:lvl9pPr algn="l">
              <a:defRPr sz="120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DA5AE"/>
                </a:solidFill>
              </a:defRPr>
            </a:pPr>
            <a:r>
              <a:rPr sz="1200" b="0">
                <a:solidFill>
                  <a:srgbClr val="8DA5AE"/>
                </a:solidFill>
              </a:rPr>
              <a:t>30 min · 1 h · 24 h · 7 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F69F9-0878-40DD-810B-E7BDC1F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4857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EBC5B-8048-4205-80A3-9DDA9798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762EB-BB95-417C-AF31-5596DFAD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4FAFB"/>
                </a:solidFill>
              </a:defRPr>
            </a:defPPr>
            <a:lvl1pPr algn="l">
              <a:defRPr sz="1425" b="1">
                <a:solidFill>
                  <a:srgbClr val="F4FAFB"/>
                </a:solidFill>
              </a:defRPr>
            </a:lvl1pPr>
            <a:lvl2pPr algn="l">
              <a:defRPr sz="1425" b="1">
                <a:solidFill>
                  <a:srgbClr val="F4FAFB"/>
                </a:solidFill>
              </a:defRPr>
            </a:lvl2pPr>
            <a:lvl3pPr algn="l">
              <a:defRPr sz="1425" b="1">
                <a:solidFill>
                  <a:srgbClr val="F4FAFB"/>
                </a:solidFill>
              </a:defRPr>
            </a:lvl3pPr>
            <a:lvl4pPr algn="l">
              <a:defRPr sz="1425" b="1">
                <a:solidFill>
                  <a:srgbClr val="F4FAFB"/>
                </a:solidFill>
              </a:defRPr>
            </a:lvl4pPr>
            <a:lvl5pPr algn="l">
              <a:defRPr sz="1425" b="1">
                <a:solidFill>
                  <a:srgbClr val="F4FAFB"/>
                </a:solidFill>
              </a:defRPr>
            </a:lvl5pPr>
            <a:lvl6pPr algn="l">
              <a:defRPr sz="1425" b="1">
                <a:solidFill>
                  <a:srgbClr val="F4FAFB"/>
                </a:solidFill>
              </a:defRPr>
            </a:lvl6pPr>
            <a:lvl7pPr algn="l">
              <a:defRPr sz="1425" b="1">
                <a:solidFill>
                  <a:srgbClr val="F4FAFB"/>
                </a:solidFill>
              </a:defRPr>
            </a:lvl7pPr>
            <a:lvl8pPr algn="l">
              <a:defRPr sz="1425" b="1">
                <a:solidFill>
                  <a:srgbClr val="F4FAFB"/>
                </a:solidFill>
              </a:defRPr>
            </a:lvl8pPr>
            <a:lvl9pPr algn="l">
              <a:defRPr sz="14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AFB"/>
                </a:solidFill>
              </a:defRPr>
            </a:pPr>
            <a:r>
              <a:rPr sz="1425" b="1">
                <a:solidFill>
                  <a:srgbClr val="F4FAFB"/>
                </a:solidFill>
              </a:rPr>
              <a:t>Ventanas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9B5E5-98D0-4C48-9EFD-E559BB25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8DA5AE"/>
                </a:solidFill>
              </a:defRPr>
            </a:defPPr>
            <a:lvl1pPr algn="l">
              <a:defRPr sz="1200" b="0">
                <a:solidFill>
                  <a:srgbClr val="8DA5AE"/>
                </a:solidFill>
              </a:defRPr>
            </a:lvl1pPr>
            <a:lvl2pPr algn="l">
              <a:defRPr sz="1200" b="0">
                <a:solidFill>
                  <a:srgbClr val="8DA5AE"/>
                </a:solidFill>
              </a:defRPr>
            </a:lvl2pPr>
            <a:lvl3pPr algn="l">
              <a:defRPr sz="1200" b="0">
                <a:solidFill>
                  <a:srgbClr val="8DA5AE"/>
                </a:solidFill>
              </a:defRPr>
            </a:lvl3pPr>
            <a:lvl4pPr algn="l">
              <a:defRPr sz="1200" b="0">
                <a:solidFill>
                  <a:srgbClr val="8DA5AE"/>
                </a:solidFill>
              </a:defRPr>
            </a:lvl4pPr>
            <a:lvl5pPr algn="l">
              <a:defRPr sz="1200" b="0">
                <a:solidFill>
                  <a:srgbClr val="8DA5AE"/>
                </a:solidFill>
              </a:defRPr>
            </a:lvl5pPr>
            <a:lvl6pPr algn="l">
              <a:defRPr sz="1200" b="0">
                <a:solidFill>
                  <a:srgbClr val="8DA5AE"/>
                </a:solidFill>
              </a:defRPr>
            </a:lvl6pPr>
            <a:lvl7pPr algn="l">
              <a:defRPr sz="1200" b="0">
                <a:solidFill>
                  <a:srgbClr val="8DA5AE"/>
                </a:solidFill>
              </a:defRPr>
            </a:lvl7pPr>
            <a:lvl8pPr algn="l">
              <a:defRPr sz="1200" b="0">
                <a:solidFill>
                  <a:srgbClr val="8DA5AE"/>
                </a:solidFill>
              </a:defRPr>
            </a:lvl8pPr>
            <a:lvl9pPr algn="l">
              <a:defRPr sz="120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DA5AE"/>
                </a:solidFill>
              </a:defRPr>
            </a:pPr>
            <a:r>
              <a:rPr sz="1200" b="0">
                <a:solidFill>
                  <a:srgbClr val="8DA5AE"/>
                </a:solidFill>
              </a:rPr>
              <a:t>medias · dispersión · rampas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C3B43-30D5-4FF0-BD47-62A16174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4857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872C1-D196-46EE-8492-89E513F9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D561F4-4F58-478C-B5E3-4225B177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4FAFB"/>
                </a:solidFill>
              </a:defRPr>
            </a:defPPr>
            <a:lvl1pPr algn="l">
              <a:defRPr sz="1425" b="1">
                <a:solidFill>
                  <a:srgbClr val="F4FAFB"/>
                </a:solidFill>
              </a:defRPr>
            </a:lvl1pPr>
            <a:lvl2pPr algn="l">
              <a:defRPr sz="1425" b="1">
                <a:solidFill>
                  <a:srgbClr val="F4FAFB"/>
                </a:solidFill>
              </a:defRPr>
            </a:lvl2pPr>
            <a:lvl3pPr algn="l">
              <a:defRPr sz="1425" b="1">
                <a:solidFill>
                  <a:srgbClr val="F4FAFB"/>
                </a:solidFill>
              </a:defRPr>
            </a:lvl3pPr>
            <a:lvl4pPr algn="l">
              <a:defRPr sz="1425" b="1">
                <a:solidFill>
                  <a:srgbClr val="F4FAFB"/>
                </a:solidFill>
              </a:defRPr>
            </a:lvl4pPr>
            <a:lvl5pPr algn="l">
              <a:defRPr sz="1425" b="1">
                <a:solidFill>
                  <a:srgbClr val="F4FAFB"/>
                </a:solidFill>
              </a:defRPr>
            </a:lvl5pPr>
            <a:lvl6pPr algn="l">
              <a:defRPr sz="1425" b="1">
                <a:solidFill>
                  <a:srgbClr val="F4FAFB"/>
                </a:solidFill>
              </a:defRPr>
            </a:lvl6pPr>
            <a:lvl7pPr algn="l">
              <a:defRPr sz="1425" b="1">
                <a:solidFill>
                  <a:srgbClr val="F4FAFB"/>
                </a:solidFill>
              </a:defRPr>
            </a:lvl7pPr>
            <a:lvl8pPr algn="l">
              <a:defRPr sz="1425" b="1">
                <a:solidFill>
                  <a:srgbClr val="F4FAFB"/>
                </a:solidFill>
              </a:defRPr>
            </a:lvl8pPr>
            <a:lvl9pPr algn="l">
              <a:defRPr sz="14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AFB"/>
                </a:solidFill>
              </a:defRPr>
            </a:pPr>
            <a:r>
              <a:rPr sz="1425" b="1">
                <a:solidFill>
                  <a:srgbClr val="F4FAFB"/>
                </a:solidFill>
              </a:rPr>
              <a:t>Referencias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8A372-8758-4B1B-89BA-DA7C1A69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72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8DA5AE"/>
                </a:solidFill>
              </a:defRPr>
            </a:defPPr>
            <a:lvl1pPr algn="l">
              <a:defRPr sz="1200" b="0">
                <a:solidFill>
                  <a:srgbClr val="8DA5AE"/>
                </a:solidFill>
              </a:defRPr>
            </a:lvl1pPr>
            <a:lvl2pPr algn="l">
              <a:defRPr sz="1200" b="0">
                <a:solidFill>
                  <a:srgbClr val="8DA5AE"/>
                </a:solidFill>
              </a:defRPr>
            </a:lvl2pPr>
            <a:lvl3pPr algn="l">
              <a:defRPr sz="1200" b="0">
                <a:solidFill>
                  <a:srgbClr val="8DA5AE"/>
                </a:solidFill>
              </a:defRPr>
            </a:lvl3pPr>
            <a:lvl4pPr algn="l">
              <a:defRPr sz="1200" b="0">
                <a:solidFill>
                  <a:srgbClr val="8DA5AE"/>
                </a:solidFill>
              </a:defRPr>
            </a:lvl4pPr>
            <a:lvl5pPr algn="l">
              <a:defRPr sz="1200" b="0">
                <a:solidFill>
                  <a:srgbClr val="8DA5AE"/>
                </a:solidFill>
              </a:defRPr>
            </a:lvl5pPr>
            <a:lvl6pPr algn="l">
              <a:defRPr sz="1200" b="0">
                <a:solidFill>
                  <a:srgbClr val="8DA5AE"/>
                </a:solidFill>
              </a:defRPr>
            </a:lvl6pPr>
            <a:lvl7pPr algn="l">
              <a:defRPr sz="1200" b="0">
                <a:solidFill>
                  <a:srgbClr val="8DA5AE"/>
                </a:solidFill>
              </a:defRPr>
            </a:lvl7pPr>
            <a:lvl8pPr algn="l">
              <a:defRPr sz="1200" b="0">
                <a:solidFill>
                  <a:srgbClr val="8DA5AE"/>
                </a:solidFill>
              </a:defRPr>
            </a:lvl8pPr>
            <a:lvl9pPr algn="l">
              <a:defRPr sz="120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DA5AE"/>
                </a:solidFill>
              </a:defRPr>
            </a:pPr>
            <a:r>
              <a:rPr sz="1200" b="0">
                <a:solidFill>
                  <a:srgbClr val="8DA5AE"/>
                </a:solidFill>
              </a:rPr>
              <a:t>diaria · semanal · RDO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7CBFB-2E51-483A-AC46-CE6779CD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25D0B1"/>
                </a:solidFill>
              </a:defRPr>
            </a:defPPr>
            <a:lvl1pPr algn="l">
              <a:defRPr sz="1200" b="1">
                <a:solidFill>
                  <a:srgbClr val="25D0B1"/>
                </a:solidFill>
              </a:defRPr>
            </a:lvl1pPr>
            <a:lvl2pPr algn="l">
              <a:defRPr sz="1200" b="1">
                <a:solidFill>
                  <a:srgbClr val="25D0B1"/>
                </a:solidFill>
              </a:defRPr>
            </a:lvl2pPr>
            <a:lvl3pPr algn="l">
              <a:defRPr sz="1200" b="1">
                <a:solidFill>
                  <a:srgbClr val="25D0B1"/>
                </a:solidFill>
              </a:defRPr>
            </a:lvl3pPr>
            <a:lvl4pPr algn="l">
              <a:defRPr sz="1200" b="1">
                <a:solidFill>
                  <a:srgbClr val="25D0B1"/>
                </a:solidFill>
              </a:defRPr>
            </a:lvl4pPr>
            <a:lvl5pPr algn="l">
              <a:defRPr sz="1200" b="1">
                <a:solidFill>
                  <a:srgbClr val="25D0B1"/>
                </a:solidFill>
              </a:defRPr>
            </a:lvl5pPr>
            <a:lvl6pPr algn="l">
              <a:defRPr sz="1200" b="1">
                <a:solidFill>
                  <a:srgbClr val="25D0B1"/>
                </a:solidFill>
              </a:defRPr>
            </a:lvl6pPr>
            <a:lvl7pPr algn="l">
              <a:defRPr sz="1200" b="1">
                <a:solidFill>
                  <a:srgbClr val="25D0B1"/>
                </a:solidFill>
              </a:defRPr>
            </a:lvl7pPr>
            <a:lvl8pPr algn="l">
              <a:defRPr sz="1200" b="1">
                <a:solidFill>
                  <a:srgbClr val="25D0B1"/>
                </a:solidFill>
              </a:defRPr>
            </a:lvl8pPr>
            <a:lvl9pPr algn="l">
              <a:defRPr sz="12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5D0B1"/>
                </a:solidFill>
              </a:defRPr>
            </a:pPr>
            <a:r>
              <a:rPr sz="1200" b="1">
                <a:solidFill>
                  <a:srgbClr val="25D0B1"/>
                </a:solidFill>
              </a:rPr>
              <a:t>Regla metodológica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C6A7F-BAC1-4A4F-8F2F-1D9668AD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AFB"/>
                </a:solidFill>
              </a:defRPr>
            </a:defPPr>
            <a:lvl1pPr algn="l">
              <a:defRPr sz="2550" b="1">
                <a:solidFill>
                  <a:srgbClr val="F4FAFB"/>
                </a:solidFill>
              </a:defRPr>
            </a:lvl1pPr>
            <a:lvl2pPr algn="l">
              <a:defRPr sz="2550" b="1">
                <a:solidFill>
                  <a:srgbClr val="F4FAFB"/>
                </a:solidFill>
              </a:defRPr>
            </a:lvl2pPr>
            <a:lvl3pPr algn="l">
              <a:defRPr sz="2550" b="1">
                <a:solidFill>
                  <a:srgbClr val="F4FAFB"/>
                </a:solidFill>
              </a:defRPr>
            </a:lvl3pPr>
            <a:lvl4pPr algn="l">
              <a:defRPr sz="2550" b="1">
                <a:solidFill>
                  <a:srgbClr val="F4FAFB"/>
                </a:solidFill>
              </a:defRPr>
            </a:lvl4pPr>
            <a:lvl5pPr algn="l">
              <a:defRPr sz="2550" b="1">
                <a:solidFill>
                  <a:srgbClr val="F4FAFB"/>
                </a:solidFill>
              </a:defRPr>
            </a:lvl5pPr>
            <a:lvl6pPr algn="l">
              <a:defRPr sz="2550" b="1">
                <a:solidFill>
                  <a:srgbClr val="F4FAFB"/>
                </a:solidFill>
              </a:defRPr>
            </a:lvl6pPr>
            <a:lvl7pPr algn="l">
              <a:defRPr sz="2550" b="1">
                <a:solidFill>
                  <a:srgbClr val="F4FAFB"/>
                </a:solidFill>
              </a:defRPr>
            </a:lvl7pPr>
            <a:lvl8pPr algn="l">
              <a:defRPr sz="2550" b="1">
                <a:solidFill>
                  <a:srgbClr val="F4FAFB"/>
                </a:solidFill>
              </a:defRPr>
            </a:lvl8pPr>
            <a:lvl9pPr algn="l">
              <a:defRPr sz="25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Cada variable usa solo</a:t>
            </a:r>
          </a:p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información disponible</a:t>
            </a:r>
          </a:p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hasta el origen del</a:t>
            </a:r>
          </a:p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pronóstico.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DDF44-3092-48AA-903A-198ED3D5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815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B449"/>
                </a:solidFill>
              </a:defRPr>
            </a:defPPr>
            <a:lvl1pPr algn="l">
              <a:defRPr sz="1350" b="1">
                <a:solidFill>
                  <a:srgbClr val="FFB449"/>
                </a:solidFill>
              </a:defRPr>
            </a:lvl1pPr>
            <a:lvl2pPr algn="l">
              <a:defRPr sz="1350" b="1">
                <a:solidFill>
                  <a:srgbClr val="FFB449"/>
                </a:solidFill>
              </a:defRPr>
            </a:lvl2pPr>
            <a:lvl3pPr algn="l">
              <a:defRPr sz="1350" b="1">
                <a:solidFill>
                  <a:srgbClr val="FFB449"/>
                </a:solidFill>
              </a:defRPr>
            </a:lvl3pPr>
            <a:lvl4pPr algn="l">
              <a:defRPr sz="1350" b="1">
                <a:solidFill>
                  <a:srgbClr val="FFB449"/>
                </a:solidFill>
              </a:defRPr>
            </a:lvl4pPr>
            <a:lvl5pPr algn="l">
              <a:defRPr sz="1350" b="1">
                <a:solidFill>
                  <a:srgbClr val="FFB449"/>
                </a:solidFill>
              </a:defRPr>
            </a:lvl5pPr>
            <a:lvl6pPr algn="l">
              <a:defRPr sz="1350" b="1">
                <a:solidFill>
                  <a:srgbClr val="FFB449"/>
                </a:solidFill>
              </a:defRPr>
            </a:lvl6pPr>
            <a:lvl7pPr algn="l">
              <a:defRPr sz="1350" b="1">
                <a:solidFill>
                  <a:srgbClr val="FFB449"/>
                </a:solidFill>
              </a:defRPr>
            </a:lvl7pPr>
            <a:lvl8pPr algn="l">
              <a:defRPr sz="1350" b="1">
                <a:solidFill>
                  <a:srgbClr val="FFB449"/>
                </a:solidFill>
              </a:defRPr>
            </a:lvl8pPr>
            <a:lvl9pPr algn="l">
              <a:defRPr sz="1350" b="1">
                <a:solidFill>
                  <a:srgbClr val="FFB449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B449"/>
                </a:solidFill>
              </a:defRPr>
            </a:pPr>
            <a:r>
              <a:rPr sz="1350" b="1">
                <a:solidFill>
                  <a:srgbClr val="FFB449"/>
                </a:solidFill>
              </a:rPr>
              <a:t>Entrenamiento: hasta 31/08/2026</a:t>
            </a:r>
          </a:p>
          <a:p xmlns:a="http://schemas.openxmlformats.org/drawingml/2006/main">
            <a:pPr algn="l">
              <a:defRPr sz="1350" b="1">
                <a:solidFill>
                  <a:srgbClr val="FFB449"/>
                </a:solidFill>
              </a:defRPr>
            </a:pPr>
            <a:r>
              <a:rPr sz="1350" b="1">
                <a:solidFill>
                  <a:srgbClr val="FFB449"/>
                </a:solidFill>
              </a:rPr>
              <a:t>Prueba: 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16066741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E982CC-0369-41DD-84D1-2A0FE2D6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D0B1"/>
                </a:solidFill>
              </a:defRPr>
            </a:defPPr>
            <a:lvl1pPr algn="l">
              <a:defRPr sz="900" b="1">
                <a:solidFill>
                  <a:srgbClr val="25D0B1"/>
                </a:solidFill>
              </a:defRPr>
            </a:lvl1pPr>
            <a:lvl2pPr algn="l">
              <a:defRPr sz="900" b="1">
                <a:solidFill>
                  <a:srgbClr val="25D0B1"/>
                </a:solidFill>
              </a:defRPr>
            </a:lvl2pPr>
            <a:lvl3pPr algn="l">
              <a:defRPr sz="900" b="1">
                <a:solidFill>
                  <a:srgbClr val="25D0B1"/>
                </a:solidFill>
              </a:defRPr>
            </a:lvl3pPr>
            <a:lvl4pPr algn="l">
              <a:defRPr sz="900" b="1">
                <a:solidFill>
                  <a:srgbClr val="25D0B1"/>
                </a:solidFill>
              </a:defRPr>
            </a:lvl4pPr>
            <a:lvl5pPr algn="l">
              <a:defRPr sz="900" b="1">
                <a:solidFill>
                  <a:srgbClr val="25D0B1"/>
                </a:solidFill>
              </a:defRPr>
            </a:lvl5pPr>
            <a:lvl6pPr algn="l">
              <a:defRPr sz="900" b="1">
                <a:solidFill>
                  <a:srgbClr val="25D0B1"/>
                </a:solidFill>
              </a:defRPr>
            </a:lvl6pPr>
            <a:lvl7pPr algn="l">
              <a:defRPr sz="900" b="1">
                <a:solidFill>
                  <a:srgbClr val="25D0B1"/>
                </a:solidFill>
              </a:defRPr>
            </a:lvl7pPr>
            <a:lvl8pPr algn="l">
              <a:defRPr sz="900" b="1">
                <a:solidFill>
                  <a:srgbClr val="25D0B1"/>
                </a:solidFill>
              </a:defRPr>
            </a:lvl8pPr>
            <a:lvl9pPr algn="l">
              <a:defRPr sz="9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D0B1"/>
                </a:solidFill>
              </a:defRPr>
            </a:pPr>
            <a:r>
              <a:rPr sz="900" b="1">
                <a:solidFill>
                  <a:srgbClr val="25D0B1"/>
                </a:solidFill>
              </a:rPr>
              <a:t>04 · MODELAMIENTO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B8BDC-C9D5-48EB-9FE6-B4247B6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AFB"/>
                </a:solidFill>
              </a:defRPr>
            </a:defPPr>
            <a:lvl1pPr algn="l">
              <a:defRPr sz="2550" b="1">
                <a:solidFill>
                  <a:srgbClr val="F4FAFB"/>
                </a:solidFill>
              </a:defRPr>
            </a:lvl1pPr>
            <a:lvl2pPr algn="l">
              <a:defRPr sz="2550" b="1">
                <a:solidFill>
                  <a:srgbClr val="F4FAFB"/>
                </a:solidFill>
              </a:defRPr>
            </a:lvl2pPr>
            <a:lvl3pPr algn="l">
              <a:defRPr sz="2550" b="1">
                <a:solidFill>
                  <a:srgbClr val="F4FAFB"/>
                </a:solidFill>
              </a:defRPr>
            </a:lvl3pPr>
            <a:lvl4pPr algn="l">
              <a:defRPr sz="2550" b="1">
                <a:solidFill>
                  <a:srgbClr val="F4FAFB"/>
                </a:solidFill>
              </a:defRPr>
            </a:lvl4pPr>
            <a:lvl5pPr algn="l">
              <a:defRPr sz="2550" b="1">
                <a:solidFill>
                  <a:srgbClr val="F4FAFB"/>
                </a:solidFill>
              </a:defRPr>
            </a:lvl5pPr>
            <a:lvl6pPr algn="l">
              <a:defRPr sz="2550" b="1">
                <a:solidFill>
                  <a:srgbClr val="F4FAFB"/>
                </a:solidFill>
              </a:defRPr>
            </a:lvl6pPr>
            <a:lvl7pPr algn="l">
              <a:defRPr sz="2550" b="1">
                <a:solidFill>
                  <a:srgbClr val="F4FAFB"/>
                </a:solidFill>
              </a:defRPr>
            </a:lvl7pPr>
            <a:lvl8pPr algn="l">
              <a:defRPr sz="2550" b="1">
                <a:solidFill>
                  <a:srgbClr val="F4FAFB"/>
                </a:solidFill>
              </a:defRPr>
            </a:lvl8pPr>
            <a:lvl9pPr algn="l">
              <a:defRPr sz="25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Modelos comparados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2DA55-A133-4D13-9F8B-FEB19037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8DA5AE"/>
                </a:solidFill>
              </a:defRPr>
            </a:defPPr>
            <a:lvl1pPr algn="r">
              <a:defRPr sz="1050" b="1">
                <a:solidFill>
                  <a:srgbClr val="8DA5AE"/>
                </a:solidFill>
              </a:defRPr>
            </a:lvl1pPr>
            <a:lvl2pPr algn="r">
              <a:defRPr sz="1050" b="1">
                <a:solidFill>
                  <a:srgbClr val="8DA5AE"/>
                </a:solidFill>
              </a:defRPr>
            </a:lvl2pPr>
            <a:lvl3pPr algn="r">
              <a:defRPr sz="1050" b="1">
                <a:solidFill>
                  <a:srgbClr val="8DA5AE"/>
                </a:solidFill>
              </a:defRPr>
            </a:lvl3pPr>
            <a:lvl4pPr algn="r">
              <a:defRPr sz="1050" b="1">
                <a:solidFill>
                  <a:srgbClr val="8DA5AE"/>
                </a:solidFill>
              </a:defRPr>
            </a:lvl4pPr>
            <a:lvl5pPr algn="r">
              <a:defRPr sz="1050" b="1">
                <a:solidFill>
                  <a:srgbClr val="8DA5AE"/>
                </a:solidFill>
              </a:defRPr>
            </a:lvl5pPr>
            <a:lvl6pPr algn="r">
              <a:defRPr sz="1050" b="1">
                <a:solidFill>
                  <a:srgbClr val="8DA5AE"/>
                </a:solidFill>
              </a:defRPr>
            </a:lvl6pPr>
            <a:lvl7pPr algn="r">
              <a:defRPr sz="1050" b="1">
                <a:solidFill>
                  <a:srgbClr val="8DA5AE"/>
                </a:solidFill>
              </a:defRPr>
            </a:lvl7pPr>
            <a:lvl8pPr algn="r">
              <a:defRPr sz="1050" b="1">
                <a:solidFill>
                  <a:srgbClr val="8DA5AE"/>
                </a:solidFill>
              </a:defRPr>
            </a:lvl8pPr>
            <a:lvl9pPr algn="r">
              <a:defRPr sz="1050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8DA5AE"/>
                </a:solidFill>
              </a:defRPr>
            </a:pPr>
            <a:r>
              <a:rPr sz="1050" b="1">
                <a:solidFill>
                  <a:srgbClr val="8DA5A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7B9FD-1CF6-4F81-BA4A-8CE4B129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DE6ED-7851-4869-A623-74C0D9E8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8DA5AE"/>
                </a:solidFill>
              </a:defRPr>
            </a:defPPr>
            <a:lvl1pPr algn="l">
              <a:defRPr sz="1125" b="1">
                <a:solidFill>
                  <a:srgbClr val="8DA5AE"/>
                </a:solidFill>
              </a:defRPr>
            </a:lvl1pPr>
            <a:lvl2pPr algn="l">
              <a:defRPr sz="1125" b="1">
                <a:solidFill>
                  <a:srgbClr val="8DA5AE"/>
                </a:solidFill>
              </a:defRPr>
            </a:lvl2pPr>
            <a:lvl3pPr algn="l">
              <a:defRPr sz="1125" b="1">
                <a:solidFill>
                  <a:srgbClr val="8DA5AE"/>
                </a:solidFill>
              </a:defRPr>
            </a:lvl3pPr>
            <a:lvl4pPr algn="l">
              <a:defRPr sz="1125" b="1">
                <a:solidFill>
                  <a:srgbClr val="8DA5AE"/>
                </a:solidFill>
              </a:defRPr>
            </a:lvl4pPr>
            <a:lvl5pPr algn="l">
              <a:defRPr sz="1125" b="1">
                <a:solidFill>
                  <a:srgbClr val="8DA5AE"/>
                </a:solidFill>
              </a:defRPr>
            </a:lvl5pPr>
            <a:lvl6pPr algn="l">
              <a:defRPr sz="1125" b="1">
                <a:solidFill>
                  <a:srgbClr val="8DA5AE"/>
                </a:solidFill>
              </a:defRPr>
            </a:lvl6pPr>
            <a:lvl7pPr algn="l">
              <a:defRPr sz="1125" b="1">
                <a:solidFill>
                  <a:srgbClr val="8DA5AE"/>
                </a:solidFill>
              </a:defRPr>
            </a:lvl7pPr>
            <a:lvl8pPr algn="l">
              <a:defRPr sz="1125" b="1">
                <a:solidFill>
                  <a:srgbClr val="8DA5AE"/>
                </a:solidFill>
              </a:defRPr>
            </a:lvl8pPr>
            <a:lvl9pPr algn="l">
              <a:defRPr sz="1125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8DA5AE"/>
                </a:solidFill>
              </a:defRPr>
            </a:pPr>
            <a:r>
              <a:rPr sz="1125" b="1">
                <a:solidFill>
                  <a:srgbClr val="8DA5AE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5B839-E46A-4F4E-930D-394314BA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621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AFB"/>
                </a:solidFill>
              </a:defRPr>
            </a:defPPr>
            <a:lvl1pPr algn="l">
              <a:defRPr sz="1650" b="1">
                <a:solidFill>
                  <a:srgbClr val="F4FAFB"/>
                </a:solidFill>
              </a:defRPr>
            </a:lvl1pPr>
            <a:lvl2pPr algn="l">
              <a:defRPr sz="1650" b="1">
                <a:solidFill>
                  <a:srgbClr val="F4FAFB"/>
                </a:solidFill>
              </a:defRPr>
            </a:lvl2pPr>
            <a:lvl3pPr algn="l">
              <a:defRPr sz="1650" b="1">
                <a:solidFill>
                  <a:srgbClr val="F4FAFB"/>
                </a:solidFill>
              </a:defRPr>
            </a:lvl3pPr>
            <a:lvl4pPr algn="l">
              <a:defRPr sz="1650" b="1">
                <a:solidFill>
                  <a:srgbClr val="F4FAFB"/>
                </a:solidFill>
              </a:defRPr>
            </a:lvl4pPr>
            <a:lvl5pPr algn="l">
              <a:defRPr sz="1650" b="1">
                <a:solidFill>
                  <a:srgbClr val="F4FAFB"/>
                </a:solidFill>
              </a:defRPr>
            </a:lvl5pPr>
            <a:lvl6pPr algn="l">
              <a:defRPr sz="1650" b="1">
                <a:solidFill>
                  <a:srgbClr val="F4FAFB"/>
                </a:solidFill>
              </a:defRPr>
            </a:lvl6pPr>
            <a:lvl7pPr algn="l">
              <a:defRPr sz="1650" b="1">
                <a:solidFill>
                  <a:srgbClr val="F4FAFB"/>
                </a:solidFill>
              </a:defRPr>
            </a:lvl7pPr>
            <a:lvl8pPr algn="l">
              <a:defRPr sz="1650" b="1">
                <a:solidFill>
                  <a:srgbClr val="F4FAFB"/>
                </a:solidFill>
              </a:defRPr>
            </a:lvl8pPr>
            <a:lvl9pPr algn="l">
              <a:defRPr sz="16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AFB"/>
                </a:solidFill>
              </a:defRPr>
            </a:pPr>
            <a:r>
              <a:rPr sz="1650" b="1">
                <a:solidFill>
                  <a:srgbClr val="F4FAFB"/>
                </a:solidFill>
              </a:rPr>
              <a:t>Persistencia D-1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51E15-630B-4344-9C93-5149CC5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8DA5AE"/>
                </a:solidFill>
              </a:defRPr>
            </a:defPPr>
            <a:lvl1pPr algn="l">
              <a:defRPr sz="1125" b="0">
                <a:solidFill>
                  <a:srgbClr val="8DA5AE"/>
                </a:solidFill>
              </a:defRPr>
            </a:lvl1pPr>
            <a:lvl2pPr algn="l">
              <a:defRPr sz="1125" b="0">
                <a:solidFill>
                  <a:srgbClr val="8DA5AE"/>
                </a:solidFill>
              </a:defRPr>
            </a:lvl2pPr>
            <a:lvl3pPr algn="l">
              <a:defRPr sz="1125" b="0">
                <a:solidFill>
                  <a:srgbClr val="8DA5AE"/>
                </a:solidFill>
              </a:defRPr>
            </a:lvl3pPr>
            <a:lvl4pPr algn="l">
              <a:defRPr sz="1125" b="0">
                <a:solidFill>
                  <a:srgbClr val="8DA5AE"/>
                </a:solidFill>
              </a:defRPr>
            </a:lvl4pPr>
            <a:lvl5pPr algn="l">
              <a:defRPr sz="1125" b="0">
                <a:solidFill>
                  <a:srgbClr val="8DA5AE"/>
                </a:solidFill>
              </a:defRPr>
            </a:lvl5pPr>
            <a:lvl6pPr algn="l">
              <a:defRPr sz="1125" b="0">
                <a:solidFill>
                  <a:srgbClr val="8DA5AE"/>
                </a:solidFill>
              </a:defRPr>
            </a:lvl6pPr>
            <a:lvl7pPr algn="l">
              <a:defRPr sz="1125" b="0">
                <a:solidFill>
                  <a:srgbClr val="8DA5AE"/>
                </a:solidFill>
              </a:defRPr>
            </a:lvl7pPr>
            <a:lvl8pPr algn="l">
              <a:defRPr sz="1125" b="0">
                <a:solidFill>
                  <a:srgbClr val="8DA5AE"/>
                </a:solidFill>
              </a:defRPr>
            </a:lvl8pPr>
            <a:lvl9pPr algn="l">
              <a:defRPr sz="1125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DA5AE"/>
                </a:solidFill>
              </a:defRPr>
            </a:pPr>
            <a:r>
              <a:rPr sz="1125" b="0">
                <a:solidFill>
                  <a:srgbClr val="8DA5AE"/>
                </a:solidFill>
              </a:rPr>
              <a:t>Línea 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F5F00-4282-4701-9E0B-53C03C37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38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75" b="1">
                <a:solidFill>
                  <a:srgbClr val="F4FAFB"/>
                </a:solidFill>
              </a:defRPr>
            </a:defPPr>
            <a:lvl1pPr algn="r">
              <a:defRPr sz="1875" b="1">
                <a:solidFill>
                  <a:srgbClr val="F4FAFB"/>
                </a:solidFill>
              </a:defRPr>
            </a:lvl1pPr>
            <a:lvl2pPr algn="r">
              <a:defRPr sz="1875" b="1">
                <a:solidFill>
                  <a:srgbClr val="F4FAFB"/>
                </a:solidFill>
              </a:defRPr>
            </a:lvl2pPr>
            <a:lvl3pPr algn="r">
              <a:defRPr sz="1875" b="1">
                <a:solidFill>
                  <a:srgbClr val="F4FAFB"/>
                </a:solidFill>
              </a:defRPr>
            </a:lvl3pPr>
            <a:lvl4pPr algn="r">
              <a:defRPr sz="1875" b="1">
                <a:solidFill>
                  <a:srgbClr val="F4FAFB"/>
                </a:solidFill>
              </a:defRPr>
            </a:lvl4pPr>
            <a:lvl5pPr algn="r">
              <a:defRPr sz="1875" b="1">
                <a:solidFill>
                  <a:srgbClr val="F4FAFB"/>
                </a:solidFill>
              </a:defRPr>
            </a:lvl5pPr>
            <a:lvl6pPr algn="r">
              <a:defRPr sz="1875" b="1">
                <a:solidFill>
                  <a:srgbClr val="F4FAFB"/>
                </a:solidFill>
              </a:defRPr>
            </a:lvl6pPr>
            <a:lvl7pPr algn="r">
              <a:defRPr sz="1875" b="1">
                <a:solidFill>
                  <a:srgbClr val="F4FAFB"/>
                </a:solidFill>
              </a:defRPr>
            </a:lvl7pPr>
            <a:lvl8pPr algn="r">
              <a:defRPr sz="1875" b="1">
                <a:solidFill>
                  <a:srgbClr val="F4FAFB"/>
                </a:solidFill>
              </a:defRPr>
            </a:lvl8pPr>
            <a:lvl9pPr algn="r">
              <a:defRPr sz="18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F4FAFB"/>
                </a:solidFill>
              </a:defRPr>
            </a:pPr>
            <a:r>
              <a:rPr sz="1875" b="1">
                <a:solidFill>
                  <a:srgbClr val="F4FAFB"/>
                </a:solidFill>
              </a:rPr>
              <a:t>240,7 MW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7606A-A1FE-42CA-80B6-084A26BE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0ED88-4EB9-469B-93FC-8F64181A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8DA5AE"/>
                </a:solidFill>
              </a:defRPr>
            </a:defPPr>
            <a:lvl1pPr algn="l">
              <a:defRPr sz="1125" b="1">
                <a:solidFill>
                  <a:srgbClr val="8DA5AE"/>
                </a:solidFill>
              </a:defRPr>
            </a:lvl1pPr>
            <a:lvl2pPr algn="l">
              <a:defRPr sz="1125" b="1">
                <a:solidFill>
                  <a:srgbClr val="8DA5AE"/>
                </a:solidFill>
              </a:defRPr>
            </a:lvl2pPr>
            <a:lvl3pPr algn="l">
              <a:defRPr sz="1125" b="1">
                <a:solidFill>
                  <a:srgbClr val="8DA5AE"/>
                </a:solidFill>
              </a:defRPr>
            </a:lvl3pPr>
            <a:lvl4pPr algn="l">
              <a:defRPr sz="1125" b="1">
                <a:solidFill>
                  <a:srgbClr val="8DA5AE"/>
                </a:solidFill>
              </a:defRPr>
            </a:lvl4pPr>
            <a:lvl5pPr algn="l">
              <a:defRPr sz="1125" b="1">
                <a:solidFill>
                  <a:srgbClr val="8DA5AE"/>
                </a:solidFill>
              </a:defRPr>
            </a:lvl5pPr>
            <a:lvl6pPr algn="l">
              <a:defRPr sz="1125" b="1">
                <a:solidFill>
                  <a:srgbClr val="8DA5AE"/>
                </a:solidFill>
              </a:defRPr>
            </a:lvl6pPr>
            <a:lvl7pPr algn="l">
              <a:defRPr sz="1125" b="1">
                <a:solidFill>
                  <a:srgbClr val="8DA5AE"/>
                </a:solidFill>
              </a:defRPr>
            </a:lvl7pPr>
            <a:lvl8pPr algn="l">
              <a:defRPr sz="1125" b="1">
                <a:solidFill>
                  <a:srgbClr val="8DA5AE"/>
                </a:solidFill>
              </a:defRPr>
            </a:lvl8pPr>
            <a:lvl9pPr algn="l">
              <a:defRPr sz="1125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8DA5AE"/>
                </a:solidFill>
              </a:defRPr>
            </a:pPr>
            <a:r>
              <a:rPr sz="1125" b="1">
                <a:solidFill>
                  <a:srgbClr val="8DA5AE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00989-59F4-4302-8826-976E62A0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AFB"/>
                </a:solidFill>
              </a:defRPr>
            </a:defPPr>
            <a:lvl1pPr algn="l">
              <a:defRPr sz="1650" b="1">
                <a:solidFill>
                  <a:srgbClr val="F4FAFB"/>
                </a:solidFill>
              </a:defRPr>
            </a:lvl1pPr>
            <a:lvl2pPr algn="l">
              <a:defRPr sz="1650" b="1">
                <a:solidFill>
                  <a:srgbClr val="F4FAFB"/>
                </a:solidFill>
              </a:defRPr>
            </a:lvl2pPr>
            <a:lvl3pPr algn="l">
              <a:defRPr sz="1650" b="1">
                <a:solidFill>
                  <a:srgbClr val="F4FAFB"/>
                </a:solidFill>
              </a:defRPr>
            </a:lvl3pPr>
            <a:lvl4pPr algn="l">
              <a:defRPr sz="1650" b="1">
                <a:solidFill>
                  <a:srgbClr val="F4FAFB"/>
                </a:solidFill>
              </a:defRPr>
            </a:lvl4pPr>
            <a:lvl5pPr algn="l">
              <a:defRPr sz="1650" b="1">
                <a:solidFill>
                  <a:srgbClr val="F4FAFB"/>
                </a:solidFill>
              </a:defRPr>
            </a:lvl5pPr>
            <a:lvl6pPr algn="l">
              <a:defRPr sz="1650" b="1">
                <a:solidFill>
                  <a:srgbClr val="F4FAFB"/>
                </a:solidFill>
              </a:defRPr>
            </a:lvl6pPr>
            <a:lvl7pPr algn="l">
              <a:defRPr sz="1650" b="1">
                <a:solidFill>
                  <a:srgbClr val="F4FAFB"/>
                </a:solidFill>
              </a:defRPr>
            </a:lvl7pPr>
            <a:lvl8pPr algn="l">
              <a:defRPr sz="1650" b="1">
                <a:solidFill>
                  <a:srgbClr val="F4FAFB"/>
                </a:solidFill>
              </a:defRPr>
            </a:lvl8pPr>
            <a:lvl9pPr algn="l">
              <a:defRPr sz="16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AFB"/>
                </a:solidFill>
              </a:defRPr>
            </a:pPr>
            <a:r>
              <a:rPr sz="1650" b="1">
                <a:solidFill>
                  <a:srgbClr val="F4FAFB"/>
                </a:solidFill>
              </a:rPr>
              <a:t>Programación semanal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5E010-2A3D-46AB-BE69-779427D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8DA5AE"/>
                </a:solidFill>
              </a:defRPr>
            </a:defPPr>
            <a:lvl1pPr algn="l">
              <a:defRPr sz="1125" b="0">
                <a:solidFill>
                  <a:srgbClr val="8DA5AE"/>
                </a:solidFill>
              </a:defRPr>
            </a:lvl1pPr>
            <a:lvl2pPr algn="l">
              <a:defRPr sz="1125" b="0">
                <a:solidFill>
                  <a:srgbClr val="8DA5AE"/>
                </a:solidFill>
              </a:defRPr>
            </a:lvl2pPr>
            <a:lvl3pPr algn="l">
              <a:defRPr sz="1125" b="0">
                <a:solidFill>
                  <a:srgbClr val="8DA5AE"/>
                </a:solidFill>
              </a:defRPr>
            </a:lvl3pPr>
            <a:lvl4pPr algn="l">
              <a:defRPr sz="1125" b="0">
                <a:solidFill>
                  <a:srgbClr val="8DA5AE"/>
                </a:solidFill>
              </a:defRPr>
            </a:lvl4pPr>
            <a:lvl5pPr algn="l">
              <a:defRPr sz="1125" b="0">
                <a:solidFill>
                  <a:srgbClr val="8DA5AE"/>
                </a:solidFill>
              </a:defRPr>
            </a:lvl5pPr>
            <a:lvl6pPr algn="l">
              <a:defRPr sz="1125" b="0">
                <a:solidFill>
                  <a:srgbClr val="8DA5AE"/>
                </a:solidFill>
              </a:defRPr>
            </a:lvl6pPr>
            <a:lvl7pPr algn="l">
              <a:defRPr sz="1125" b="0">
                <a:solidFill>
                  <a:srgbClr val="8DA5AE"/>
                </a:solidFill>
              </a:defRPr>
            </a:lvl7pPr>
            <a:lvl8pPr algn="l">
              <a:defRPr sz="1125" b="0">
                <a:solidFill>
                  <a:srgbClr val="8DA5AE"/>
                </a:solidFill>
              </a:defRPr>
            </a:lvl8pPr>
            <a:lvl9pPr algn="l">
              <a:defRPr sz="1125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DA5AE"/>
                </a:solidFill>
              </a:defRPr>
            </a:pPr>
            <a:r>
              <a:rPr sz="1125" b="0">
                <a:solidFill>
                  <a:srgbClr val="8DA5AE"/>
                </a:solidFill>
              </a:rPr>
              <a:t>Referencia COES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F5FBF-24F3-4EDE-98FA-3BB8CEFA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28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75" b="1">
                <a:solidFill>
                  <a:srgbClr val="F4FAFB"/>
                </a:solidFill>
              </a:defRPr>
            </a:defPPr>
            <a:lvl1pPr algn="r">
              <a:defRPr sz="1875" b="1">
                <a:solidFill>
                  <a:srgbClr val="F4FAFB"/>
                </a:solidFill>
              </a:defRPr>
            </a:lvl1pPr>
            <a:lvl2pPr algn="r">
              <a:defRPr sz="1875" b="1">
                <a:solidFill>
                  <a:srgbClr val="F4FAFB"/>
                </a:solidFill>
              </a:defRPr>
            </a:lvl2pPr>
            <a:lvl3pPr algn="r">
              <a:defRPr sz="1875" b="1">
                <a:solidFill>
                  <a:srgbClr val="F4FAFB"/>
                </a:solidFill>
              </a:defRPr>
            </a:lvl3pPr>
            <a:lvl4pPr algn="r">
              <a:defRPr sz="1875" b="1">
                <a:solidFill>
                  <a:srgbClr val="F4FAFB"/>
                </a:solidFill>
              </a:defRPr>
            </a:lvl4pPr>
            <a:lvl5pPr algn="r">
              <a:defRPr sz="1875" b="1">
                <a:solidFill>
                  <a:srgbClr val="F4FAFB"/>
                </a:solidFill>
              </a:defRPr>
            </a:lvl5pPr>
            <a:lvl6pPr algn="r">
              <a:defRPr sz="1875" b="1">
                <a:solidFill>
                  <a:srgbClr val="F4FAFB"/>
                </a:solidFill>
              </a:defRPr>
            </a:lvl6pPr>
            <a:lvl7pPr algn="r">
              <a:defRPr sz="1875" b="1">
                <a:solidFill>
                  <a:srgbClr val="F4FAFB"/>
                </a:solidFill>
              </a:defRPr>
            </a:lvl7pPr>
            <a:lvl8pPr algn="r">
              <a:defRPr sz="1875" b="1">
                <a:solidFill>
                  <a:srgbClr val="F4FAFB"/>
                </a:solidFill>
              </a:defRPr>
            </a:lvl8pPr>
            <a:lvl9pPr algn="r">
              <a:defRPr sz="18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F4FAFB"/>
                </a:solidFill>
              </a:defRPr>
            </a:pPr>
            <a:r>
              <a:rPr sz="1875" b="1">
                <a:solidFill>
                  <a:srgbClr val="F4FAFB"/>
                </a:solidFill>
              </a:rPr>
              <a:t>118,2 MW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E91DB-2B10-454F-A155-052E25ED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3A356-C843-4DEA-A0AF-DBB3A0CC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8DA5AE"/>
                </a:solidFill>
              </a:defRPr>
            </a:defPPr>
            <a:lvl1pPr algn="l">
              <a:defRPr sz="1125" b="1">
                <a:solidFill>
                  <a:srgbClr val="8DA5AE"/>
                </a:solidFill>
              </a:defRPr>
            </a:lvl1pPr>
            <a:lvl2pPr algn="l">
              <a:defRPr sz="1125" b="1">
                <a:solidFill>
                  <a:srgbClr val="8DA5AE"/>
                </a:solidFill>
              </a:defRPr>
            </a:lvl2pPr>
            <a:lvl3pPr algn="l">
              <a:defRPr sz="1125" b="1">
                <a:solidFill>
                  <a:srgbClr val="8DA5AE"/>
                </a:solidFill>
              </a:defRPr>
            </a:lvl3pPr>
            <a:lvl4pPr algn="l">
              <a:defRPr sz="1125" b="1">
                <a:solidFill>
                  <a:srgbClr val="8DA5AE"/>
                </a:solidFill>
              </a:defRPr>
            </a:lvl4pPr>
            <a:lvl5pPr algn="l">
              <a:defRPr sz="1125" b="1">
                <a:solidFill>
                  <a:srgbClr val="8DA5AE"/>
                </a:solidFill>
              </a:defRPr>
            </a:lvl5pPr>
            <a:lvl6pPr algn="l">
              <a:defRPr sz="1125" b="1">
                <a:solidFill>
                  <a:srgbClr val="8DA5AE"/>
                </a:solidFill>
              </a:defRPr>
            </a:lvl6pPr>
            <a:lvl7pPr algn="l">
              <a:defRPr sz="1125" b="1">
                <a:solidFill>
                  <a:srgbClr val="8DA5AE"/>
                </a:solidFill>
              </a:defRPr>
            </a:lvl7pPr>
            <a:lvl8pPr algn="l">
              <a:defRPr sz="1125" b="1">
                <a:solidFill>
                  <a:srgbClr val="8DA5AE"/>
                </a:solidFill>
              </a:defRPr>
            </a:lvl8pPr>
            <a:lvl9pPr algn="l">
              <a:defRPr sz="1125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8DA5AE"/>
                </a:solidFill>
              </a:defRPr>
            </a:pPr>
            <a:r>
              <a:rPr sz="1125" b="1">
                <a:solidFill>
                  <a:srgbClr val="8DA5AE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A78B2-C4B7-465D-A935-C223763C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AFB"/>
                </a:solidFill>
              </a:defRPr>
            </a:defPPr>
            <a:lvl1pPr algn="l">
              <a:defRPr sz="1650" b="1">
                <a:solidFill>
                  <a:srgbClr val="F4FAFB"/>
                </a:solidFill>
              </a:defRPr>
            </a:lvl1pPr>
            <a:lvl2pPr algn="l">
              <a:defRPr sz="1650" b="1">
                <a:solidFill>
                  <a:srgbClr val="F4FAFB"/>
                </a:solidFill>
              </a:defRPr>
            </a:lvl2pPr>
            <a:lvl3pPr algn="l">
              <a:defRPr sz="1650" b="1">
                <a:solidFill>
                  <a:srgbClr val="F4FAFB"/>
                </a:solidFill>
              </a:defRPr>
            </a:lvl3pPr>
            <a:lvl4pPr algn="l">
              <a:defRPr sz="1650" b="1">
                <a:solidFill>
                  <a:srgbClr val="F4FAFB"/>
                </a:solidFill>
              </a:defRPr>
            </a:lvl4pPr>
            <a:lvl5pPr algn="l">
              <a:defRPr sz="1650" b="1">
                <a:solidFill>
                  <a:srgbClr val="F4FAFB"/>
                </a:solidFill>
              </a:defRPr>
            </a:lvl5pPr>
            <a:lvl6pPr algn="l">
              <a:defRPr sz="1650" b="1">
                <a:solidFill>
                  <a:srgbClr val="F4FAFB"/>
                </a:solidFill>
              </a:defRPr>
            </a:lvl6pPr>
            <a:lvl7pPr algn="l">
              <a:defRPr sz="1650" b="1">
                <a:solidFill>
                  <a:srgbClr val="F4FAFB"/>
                </a:solidFill>
              </a:defRPr>
            </a:lvl7pPr>
            <a:lvl8pPr algn="l">
              <a:defRPr sz="1650" b="1">
                <a:solidFill>
                  <a:srgbClr val="F4FAFB"/>
                </a:solidFill>
              </a:defRPr>
            </a:lvl8pPr>
            <a:lvl9pPr algn="l">
              <a:defRPr sz="16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AFB"/>
                </a:solidFill>
              </a:defRPr>
            </a:pPr>
            <a:r>
              <a:rPr sz="1650" b="1">
                <a:solidFill>
                  <a:srgbClr val="F4FAFB"/>
                </a:solidFill>
              </a:rPr>
              <a:t>Programación diaria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CF919-A2F4-4091-8FCB-E10AE0F6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8DA5AE"/>
                </a:solidFill>
              </a:defRPr>
            </a:defPPr>
            <a:lvl1pPr algn="l">
              <a:defRPr sz="1125" b="0">
                <a:solidFill>
                  <a:srgbClr val="8DA5AE"/>
                </a:solidFill>
              </a:defRPr>
            </a:lvl1pPr>
            <a:lvl2pPr algn="l">
              <a:defRPr sz="1125" b="0">
                <a:solidFill>
                  <a:srgbClr val="8DA5AE"/>
                </a:solidFill>
              </a:defRPr>
            </a:lvl2pPr>
            <a:lvl3pPr algn="l">
              <a:defRPr sz="1125" b="0">
                <a:solidFill>
                  <a:srgbClr val="8DA5AE"/>
                </a:solidFill>
              </a:defRPr>
            </a:lvl3pPr>
            <a:lvl4pPr algn="l">
              <a:defRPr sz="1125" b="0">
                <a:solidFill>
                  <a:srgbClr val="8DA5AE"/>
                </a:solidFill>
              </a:defRPr>
            </a:lvl4pPr>
            <a:lvl5pPr algn="l">
              <a:defRPr sz="1125" b="0">
                <a:solidFill>
                  <a:srgbClr val="8DA5AE"/>
                </a:solidFill>
              </a:defRPr>
            </a:lvl5pPr>
            <a:lvl6pPr algn="l">
              <a:defRPr sz="1125" b="0">
                <a:solidFill>
                  <a:srgbClr val="8DA5AE"/>
                </a:solidFill>
              </a:defRPr>
            </a:lvl6pPr>
            <a:lvl7pPr algn="l">
              <a:defRPr sz="1125" b="0">
                <a:solidFill>
                  <a:srgbClr val="8DA5AE"/>
                </a:solidFill>
              </a:defRPr>
            </a:lvl7pPr>
            <a:lvl8pPr algn="l">
              <a:defRPr sz="1125" b="0">
                <a:solidFill>
                  <a:srgbClr val="8DA5AE"/>
                </a:solidFill>
              </a:defRPr>
            </a:lvl8pPr>
            <a:lvl9pPr algn="l">
              <a:defRPr sz="1125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DA5AE"/>
                </a:solidFill>
              </a:defRPr>
            </a:pPr>
            <a:r>
              <a:rPr sz="1125" b="0">
                <a:solidFill>
                  <a:srgbClr val="8DA5AE"/>
                </a:solidFill>
              </a:rPr>
              <a:t>Referencia COES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7CDD7-6C38-4D55-B766-809E6389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75" b="1">
                <a:solidFill>
                  <a:srgbClr val="F4FAFB"/>
                </a:solidFill>
              </a:defRPr>
            </a:defPPr>
            <a:lvl1pPr algn="r">
              <a:defRPr sz="1875" b="1">
                <a:solidFill>
                  <a:srgbClr val="F4FAFB"/>
                </a:solidFill>
              </a:defRPr>
            </a:lvl1pPr>
            <a:lvl2pPr algn="r">
              <a:defRPr sz="1875" b="1">
                <a:solidFill>
                  <a:srgbClr val="F4FAFB"/>
                </a:solidFill>
              </a:defRPr>
            </a:lvl2pPr>
            <a:lvl3pPr algn="r">
              <a:defRPr sz="1875" b="1">
                <a:solidFill>
                  <a:srgbClr val="F4FAFB"/>
                </a:solidFill>
              </a:defRPr>
            </a:lvl3pPr>
            <a:lvl4pPr algn="r">
              <a:defRPr sz="1875" b="1">
                <a:solidFill>
                  <a:srgbClr val="F4FAFB"/>
                </a:solidFill>
              </a:defRPr>
            </a:lvl4pPr>
            <a:lvl5pPr algn="r">
              <a:defRPr sz="1875" b="1">
                <a:solidFill>
                  <a:srgbClr val="F4FAFB"/>
                </a:solidFill>
              </a:defRPr>
            </a:lvl5pPr>
            <a:lvl6pPr algn="r">
              <a:defRPr sz="1875" b="1">
                <a:solidFill>
                  <a:srgbClr val="F4FAFB"/>
                </a:solidFill>
              </a:defRPr>
            </a:lvl6pPr>
            <a:lvl7pPr algn="r">
              <a:defRPr sz="1875" b="1">
                <a:solidFill>
                  <a:srgbClr val="F4FAFB"/>
                </a:solidFill>
              </a:defRPr>
            </a:lvl7pPr>
            <a:lvl8pPr algn="r">
              <a:defRPr sz="1875" b="1">
                <a:solidFill>
                  <a:srgbClr val="F4FAFB"/>
                </a:solidFill>
              </a:defRPr>
            </a:lvl8pPr>
            <a:lvl9pPr algn="r">
              <a:defRPr sz="18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F4FAFB"/>
                </a:solidFill>
              </a:defRPr>
            </a:pPr>
            <a:r>
              <a:rPr sz="1875" b="1">
                <a:solidFill>
                  <a:srgbClr val="F4FAFB"/>
                </a:solidFill>
              </a:rPr>
              <a:t>95,2 MW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B9F8A-652E-4EA7-97AC-704A7BEB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D51A9-977C-45C3-AA9D-8541A2E0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5D0B1"/>
                </a:solidFill>
              </a:defRPr>
            </a:defPPr>
            <a:lvl1pPr algn="l">
              <a:defRPr sz="1125" b="1">
                <a:solidFill>
                  <a:srgbClr val="25D0B1"/>
                </a:solidFill>
              </a:defRPr>
            </a:lvl1pPr>
            <a:lvl2pPr algn="l">
              <a:defRPr sz="1125" b="1">
                <a:solidFill>
                  <a:srgbClr val="25D0B1"/>
                </a:solidFill>
              </a:defRPr>
            </a:lvl2pPr>
            <a:lvl3pPr algn="l">
              <a:defRPr sz="1125" b="1">
                <a:solidFill>
                  <a:srgbClr val="25D0B1"/>
                </a:solidFill>
              </a:defRPr>
            </a:lvl3pPr>
            <a:lvl4pPr algn="l">
              <a:defRPr sz="1125" b="1">
                <a:solidFill>
                  <a:srgbClr val="25D0B1"/>
                </a:solidFill>
              </a:defRPr>
            </a:lvl4pPr>
            <a:lvl5pPr algn="l">
              <a:defRPr sz="1125" b="1">
                <a:solidFill>
                  <a:srgbClr val="25D0B1"/>
                </a:solidFill>
              </a:defRPr>
            </a:lvl5pPr>
            <a:lvl6pPr algn="l">
              <a:defRPr sz="1125" b="1">
                <a:solidFill>
                  <a:srgbClr val="25D0B1"/>
                </a:solidFill>
              </a:defRPr>
            </a:lvl6pPr>
            <a:lvl7pPr algn="l">
              <a:defRPr sz="1125" b="1">
                <a:solidFill>
                  <a:srgbClr val="25D0B1"/>
                </a:solidFill>
              </a:defRPr>
            </a:lvl7pPr>
            <a:lvl8pPr algn="l">
              <a:defRPr sz="1125" b="1">
                <a:solidFill>
                  <a:srgbClr val="25D0B1"/>
                </a:solidFill>
              </a:defRPr>
            </a:lvl8pPr>
            <a:lvl9pPr algn="l">
              <a:defRPr sz="1125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5D0B1"/>
                </a:solidFill>
              </a:defRPr>
            </a:pPr>
            <a:r>
              <a:rPr sz="1125" b="1">
                <a:solidFill>
                  <a:srgbClr val="25D0B1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DBAAC-5A54-4776-B87B-1A600AAF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AFB"/>
                </a:solidFill>
              </a:defRPr>
            </a:defPPr>
            <a:lvl1pPr algn="l">
              <a:defRPr sz="1650" b="1">
                <a:solidFill>
                  <a:srgbClr val="F4FAFB"/>
                </a:solidFill>
              </a:defRPr>
            </a:lvl1pPr>
            <a:lvl2pPr algn="l">
              <a:defRPr sz="1650" b="1">
                <a:solidFill>
                  <a:srgbClr val="F4FAFB"/>
                </a:solidFill>
              </a:defRPr>
            </a:lvl2pPr>
            <a:lvl3pPr algn="l">
              <a:defRPr sz="1650" b="1">
                <a:solidFill>
                  <a:srgbClr val="F4FAFB"/>
                </a:solidFill>
              </a:defRPr>
            </a:lvl3pPr>
            <a:lvl4pPr algn="l">
              <a:defRPr sz="1650" b="1">
                <a:solidFill>
                  <a:srgbClr val="F4FAFB"/>
                </a:solidFill>
              </a:defRPr>
            </a:lvl4pPr>
            <a:lvl5pPr algn="l">
              <a:defRPr sz="1650" b="1">
                <a:solidFill>
                  <a:srgbClr val="F4FAFB"/>
                </a:solidFill>
              </a:defRPr>
            </a:lvl5pPr>
            <a:lvl6pPr algn="l">
              <a:defRPr sz="1650" b="1">
                <a:solidFill>
                  <a:srgbClr val="F4FAFB"/>
                </a:solidFill>
              </a:defRPr>
            </a:lvl6pPr>
            <a:lvl7pPr algn="l">
              <a:defRPr sz="1650" b="1">
                <a:solidFill>
                  <a:srgbClr val="F4FAFB"/>
                </a:solidFill>
              </a:defRPr>
            </a:lvl7pPr>
            <a:lvl8pPr algn="l">
              <a:defRPr sz="1650" b="1">
                <a:solidFill>
                  <a:srgbClr val="F4FAFB"/>
                </a:solidFill>
              </a:defRPr>
            </a:lvl8pPr>
            <a:lvl9pPr algn="l">
              <a:defRPr sz="16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AFB"/>
                </a:solidFill>
              </a:defRPr>
            </a:pPr>
            <a:r>
              <a:rPr sz="1650" b="1">
                <a:solidFill>
                  <a:srgbClr val="F4FAFB"/>
                </a:solidFill>
              </a:rPr>
              <a:t>Ridge residual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687CD3-E3A8-4A6B-BB7E-B04354B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8DA5AE"/>
                </a:solidFill>
              </a:defRPr>
            </a:defPPr>
            <a:lvl1pPr algn="l">
              <a:defRPr sz="1125" b="0">
                <a:solidFill>
                  <a:srgbClr val="8DA5AE"/>
                </a:solidFill>
              </a:defRPr>
            </a:lvl1pPr>
            <a:lvl2pPr algn="l">
              <a:defRPr sz="1125" b="0">
                <a:solidFill>
                  <a:srgbClr val="8DA5AE"/>
                </a:solidFill>
              </a:defRPr>
            </a:lvl2pPr>
            <a:lvl3pPr algn="l">
              <a:defRPr sz="1125" b="0">
                <a:solidFill>
                  <a:srgbClr val="8DA5AE"/>
                </a:solidFill>
              </a:defRPr>
            </a:lvl3pPr>
            <a:lvl4pPr algn="l">
              <a:defRPr sz="1125" b="0">
                <a:solidFill>
                  <a:srgbClr val="8DA5AE"/>
                </a:solidFill>
              </a:defRPr>
            </a:lvl4pPr>
            <a:lvl5pPr algn="l">
              <a:defRPr sz="1125" b="0">
                <a:solidFill>
                  <a:srgbClr val="8DA5AE"/>
                </a:solidFill>
              </a:defRPr>
            </a:lvl5pPr>
            <a:lvl6pPr algn="l">
              <a:defRPr sz="1125" b="0">
                <a:solidFill>
                  <a:srgbClr val="8DA5AE"/>
                </a:solidFill>
              </a:defRPr>
            </a:lvl6pPr>
            <a:lvl7pPr algn="l">
              <a:defRPr sz="1125" b="0">
                <a:solidFill>
                  <a:srgbClr val="8DA5AE"/>
                </a:solidFill>
              </a:defRPr>
            </a:lvl7pPr>
            <a:lvl8pPr algn="l">
              <a:defRPr sz="1125" b="0">
                <a:solidFill>
                  <a:srgbClr val="8DA5AE"/>
                </a:solidFill>
              </a:defRPr>
            </a:lvl8pPr>
            <a:lvl9pPr algn="l">
              <a:defRPr sz="1125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DA5AE"/>
                </a:solidFill>
              </a:defRPr>
            </a:pPr>
            <a:r>
              <a:rPr sz="1125" b="0">
                <a:solidFill>
                  <a:srgbClr val="8DA5AE"/>
                </a:solidFill>
              </a:rPr>
              <a:t>Modelo seleccionado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FEEF9-528B-46E4-B6AB-4D940623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101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75" b="1">
                <a:solidFill>
                  <a:srgbClr val="25D0B1"/>
                </a:solidFill>
              </a:defRPr>
            </a:defPPr>
            <a:lvl1pPr algn="r">
              <a:defRPr sz="1875" b="1">
                <a:solidFill>
                  <a:srgbClr val="25D0B1"/>
                </a:solidFill>
              </a:defRPr>
            </a:lvl1pPr>
            <a:lvl2pPr algn="r">
              <a:defRPr sz="1875" b="1">
                <a:solidFill>
                  <a:srgbClr val="25D0B1"/>
                </a:solidFill>
              </a:defRPr>
            </a:lvl2pPr>
            <a:lvl3pPr algn="r">
              <a:defRPr sz="1875" b="1">
                <a:solidFill>
                  <a:srgbClr val="25D0B1"/>
                </a:solidFill>
              </a:defRPr>
            </a:lvl3pPr>
            <a:lvl4pPr algn="r">
              <a:defRPr sz="1875" b="1">
                <a:solidFill>
                  <a:srgbClr val="25D0B1"/>
                </a:solidFill>
              </a:defRPr>
            </a:lvl4pPr>
            <a:lvl5pPr algn="r">
              <a:defRPr sz="1875" b="1">
                <a:solidFill>
                  <a:srgbClr val="25D0B1"/>
                </a:solidFill>
              </a:defRPr>
            </a:lvl5pPr>
            <a:lvl6pPr algn="r">
              <a:defRPr sz="1875" b="1">
                <a:solidFill>
                  <a:srgbClr val="25D0B1"/>
                </a:solidFill>
              </a:defRPr>
            </a:lvl6pPr>
            <a:lvl7pPr algn="r">
              <a:defRPr sz="1875" b="1">
                <a:solidFill>
                  <a:srgbClr val="25D0B1"/>
                </a:solidFill>
              </a:defRPr>
            </a:lvl7pPr>
            <a:lvl8pPr algn="r">
              <a:defRPr sz="1875" b="1">
                <a:solidFill>
                  <a:srgbClr val="25D0B1"/>
                </a:solidFill>
              </a:defRPr>
            </a:lvl8pPr>
            <a:lvl9pPr algn="r">
              <a:defRPr sz="1875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25D0B1"/>
                </a:solidFill>
              </a:defRPr>
            </a:pPr>
            <a:r>
              <a:rPr sz="1875" b="1">
                <a:solidFill>
                  <a:srgbClr val="25D0B1"/>
                </a:solidFill>
              </a:rPr>
              <a:t>83,6 MW*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6EB12-72ED-4F06-AA2F-B72AEB2C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2899FF-F034-4678-ADFD-560F4C7B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8DA5AE"/>
                </a:solidFill>
              </a:defRPr>
            </a:defPPr>
            <a:lvl1pPr algn="l">
              <a:defRPr sz="975" b="0">
                <a:solidFill>
                  <a:srgbClr val="8DA5AE"/>
                </a:solidFill>
              </a:defRPr>
            </a:lvl1pPr>
            <a:lvl2pPr algn="l">
              <a:defRPr sz="975" b="0">
                <a:solidFill>
                  <a:srgbClr val="8DA5AE"/>
                </a:solidFill>
              </a:defRPr>
            </a:lvl2pPr>
            <a:lvl3pPr algn="l">
              <a:defRPr sz="975" b="0">
                <a:solidFill>
                  <a:srgbClr val="8DA5AE"/>
                </a:solidFill>
              </a:defRPr>
            </a:lvl3pPr>
            <a:lvl4pPr algn="l">
              <a:defRPr sz="975" b="0">
                <a:solidFill>
                  <a:srgbClr val="8DA5AE"/>
                </a:solidFill>
              </a:defRPr>
            </a:lvl4pPr>
            <a:lvl5pPr algn="l">
              <a:defRPr sz="975" b="0">
                <a:solidFill>
                  <a:srgbClr val="8DA5AE"/>
                </a:solidFill>
              </a:defRPr>
            </a:lvl5pPr>
            <a:lvl6pPr algn="l">
              <a:defRPr sz="975" b="0">
                <a:solidFill>
                  <a:srgbClr val="8DA5AE"/>
                </a:solidFill>
              </a:defRPr>
            </a:lvl6pPr>
            <a:lvl7pPr algn="l">
              <a:defRPr sz="975" b="0">
                <a:solidFill>
                  <a:srgbClr val="8DA5AE"/>
                </a:solidFill>
              </a:defRPr>
            </a:lvl7pPr>
            <a:lvl8pPr algn="l">
              <a:defRPr sz="975" b="0">
                <a:solidFill>
                  <a:srgbClr val="8DA5AE"/>
                </a:solidFill>
              </a:defRPr>
            </a:lvl8pPr>
            <a:lvl9pPr algn="l">
              <a:defRPr sz="975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8DA5AE"/>
                </a:solidFill>
              </a:defRPr>
            </a:pPr>
            <a:r>
              <a:rPr sz="975" b="0">
                <a:solidFill>
                  <a:srgbClr val="8DA5AE"/>
                </a:solidFill>
              </a:rPr>
              <a:t>* MAE del horizonte de 6 horas</a:t>
            </a:r>
          </a:p>
        </p:txBody>
      </p:sp>
    </p:spTree>
    <p:extLst>
      <p:ext uri="{BB962C8B-B14F-4D97-AF65-F5344CB8AC3E}">
        <p14:creationId xmlns:p14="http://schemas.microsoft.com/office/powerpoint/2010/main" val="21154077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43AAF-5575-409E-B55A-6832ABEA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D0B1"/>
                </a:solidFill>
              </a:defRPr>
            </a:defPPr>
            <a:lvl1pPr algn="l">
              <a:defRPr sz="900" b="1">
                <a:solidFill>
                  <a:srgbClr val="25D0B1"/>
                </a:solidFill>
              </a:defRPr>
            </a:lvl1pPr>
            <a:lvl2pPr algn="l">
              <a:defRPr sz="900" b="1">
                <a:solidFill>
                  <a:srgbClr val="25D0B1"/>
                </a:solidFill>
              </a:defRPr>
            </a:lvl2pPr>
            <a:lvl3pPr algn="l">
              <a:defRPr sz="900" b="1">
                <a:solidFill>
                  <a:srgbClr val="25D0B1"/>
                </a:solidFill>
              </a:defRPr>
            </a:lvl3pPr>
            <a:lvl4pPr algn="l">
              <a:defRPr sz="900" b="1">
                <a:solidFill>
                  <a:srgbClr val="25D0B1"/>
                </a:solidFill>
              </a:defRPr>
            </a:lvl4pPr>
            <a:lvl5pPr algn="l">
              <a:defRPr sz="900" b="1">
                <a:solidFill>
                  <a:srgbClr val="25D0B1"/>
                </a:solidFill>
              </a:defRPr>
            </a:lvl5pPr>
            <a:lvl6pPr algn="l">
              <a:defRPr sz="900" b="1">
                <a:solidFill>
                  <a:srgbClr val="25D0B1"/>
                </a:solidFill>
              </a:defRPr>
            </a:lvl6pPr>
            <a:lvl7pPr algn="l">
              <a:defRPr sz="900" b="1">
                <a:solidFill>
                  <a:srgbClr val="25D0B1"/>
                </a:solidFill>
              </a:defRPr>
            </a:lvl7pPr>
            <a:lvl8pPr algn="l">
              <a:defRPr sz="900" b="1">
                <a:solidFill>
                  <a:srgbClr val="25D0B1"/>
                </a:solidFill>
              </a:defRPr>
            </a:lvl8pPr>
            <a:lvl9pPr algn="l">
              <a:defRPr sz="9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D0B1"/>
                </a:solidFill>
              </a:defRPr>
            </a:pPr>
            <a:r>
              <a:rPr sz="900" b="1">
                <a:solidFill>
                  <a:srgbClr val="25D0B1"/>
                </a:solidFill>
              </a:rPr>
              <a:t>05 ·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90CF5-B0BA-4501-A458-9E69EC2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AFB"/>
                </a:solidFill>
              </a:defRPr>
            </a:defPPr>
            <a:lvl1pPr algn="l">
              <a:defRPr sz="2550" b="1">
                <a:solidFill>
                  <a:srgbClr val="F4FAFB"/>
                </a:solidFill>
              </a:defRPr>
            </a:lvl1pPr>
            <a:lvl2pPr algn="l">
              <a:defRPr sz="2550" b="1">
                <a:solidFill>
                  <a:srgbClr val="F4FAFB"/>
                </a:solidFill>
              </a:defRPr>
            </a:lvl2pPr>
            <a:lvl3pPr algn="l">
              <a:defRPr sz="2550" b="1">
                <a:solidFill>
                  <a:srgbClr val="F4FAFB"/>
                </a:solidFill>
              </a:defRPr>
            </a:lvl3pPr>
            <a:lvl4pPr algn="l">
              <a:defRPr sz="2550" b="1">
                <a:solidFill>
                  <a:srgbClr val="F4FAFB"/>
                </a:solidFill>
              </a:defRPr>
            </a:lvl4pPr>
            <a:lvl5pPr algn="l">
              <a:defRPr sz="2550" b="1">
                <a:solidFill>
                  <a:srgbClr val="F4FAFB"/>
                </a:solidFill>
              </a:defRPr>
            </a:lvl5pPr>
            <a:lvl6pPr algn="l">
              <a:defRPr sz="2550" b="1">
                <a:solidFill>
                  <a:srgbClr val="F4FAFB"/>
                </a:solidFill>
              </a:defRPr>
            </a:lvl6pPr>
            <a:lvl7pPr algn="l">
              <a:defRPr sz="2550" b="1">
                <a:solidFill>
                  <a:srgbClr val="F4FAFB"/>
                </a:solidFill>
              </a:defRPr>
            </a:lvl7pPr>
            <a:lvl8pPr algn="l">
              <a:defRPr sz="2550" b="1">
                <a:solidFill>
                  <a:srgbClr val="F4FAFB"/>
                </a:solidFill>
              </a:defRPr>
            </a:lvl8pPr>
            <a:lvl9pPr algn="l">
              <a:defRPr sz="25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Arquitectura operativa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9D2B0-07C4-4690-B5AA-1BE231FF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8DA5AE"/>
                </a:solidFill>
              </a:defRPr>
            </a:defPPr>
            <a:lvl1pPr algn="r">
              <a:defRPr sz="1050" b="1">
                <a:solidFill>
                  <a:srgbClr val="8DA5AE"/>
                </a:solidFill>
              </a:defRPr>
            </a:lvl1pPr>
            <a:lvl2pPr algn="r">
              <a:defRPr sz="1050" b="1">
                <a:solidFill>
                  <a:srgbClr val="8DA5AE"/>
                </a:solidFill>
              </a:defRPr>
            </a:lvl2pPr>
            <a:lvl3pPr algn="r">
              <a:defRPr sz="1050" b="1">
                <a:solidFill>
                  <a:srgbClr val="8DA5AE"/>
                </a:solidFill>
              </a:defRPr>
            </a:lvl3pPr>
            <a:lvl4pPr algn="r">
              <a:defRPr sz="1050" b="1">
                <a:solidFill>
                  <a:srgbClr val="8DA5AE"/>
                </a:solidFill>
              </a:defRPr>
            </a:lvl4pPr>
            <a:lvl5pPr algn="r">
              <a:defRPr sz="1050" b="1">
                <a:solidFill>
                  <a:srgbClr val="8DA5AE"/>
                </a:solidFill>
              </a:defRPr>
            </a:lvl5pPr>
            <a:lvl6pPr algn="r">
              <a:defRPr sz="1050" b="1">
                <a:solidFill>
                  <a:srgbClr val="8DA5AE"/>
                </a:solidFill>
              </a:defRPr>
            </a:lvl6pPr>
            <a:lvl7pPr algn="r">
              <a:defRPr sz="1050" b="1">
                <a:solidFill>
                  <a:srgbClr val="8DA5AE"/>
                </a:solidFill>
              </a:defRPr>
            </a:lvl7pPr>
            <a:lvl8pPr algn="r">
              <a:defRPr sz="1050" b="1">
                <a:solidFill>
                  <a:srgbClr val="8DA5AE"/>
                </a:solidFill>
              </a:defRPr>
            </a:lvl8pPr>
            <a:lvl9pPr algn="r">
              <a:defRPr sz="1050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8DA5AE"/>
                </a:solidFill>
              </a:defRPr>
            </a:pPr>
            <a:r>
              <a:rPr sz="1050" b="1">
                <a:solidFill>
                  <a:srgbClr val="8DA5A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69884-9CBE-44F1-9955-3B8D248D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A944D-5C73-46F5-80D0-BABE1607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01E80-9E79-4900-BCA9-5C8966BF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4FAFB"/>
                </a:solidFill>
              </a:defRPr>
            </a:defPPr>
            <a:lvl1pPr algn="ctr">
              <a:defRPr sz="1575" b="1">
                <a:solidFill>
                  <a:srgbClr val="F4FAFB"/>
                </a:solidFill>
              </a:defRPr>
            </a:lvl1pPr>
            <a:lvl2pPr algn="ctr">
              <a:defRPr sz="1575" b="1">
                <a:solidFill>
                  <a:srgbClr val="F4FAFB"/>
                </a:solidFill>
              </a:defRPr>
            </a:lvl2pPr>
            <a:lvl3pPr algn="ctr">
              <a:defRPr sz="1575" b="1">
                <a:solidFill>
                  <a:srgbClr val="F4FAFB"/>
                </a:solidFill>
              </a:defRPr>
            </a:lvl3pPr>
            <a:lvl4pPr algn="ctr">
              <a:defRPr sz="1575" b="1">
                <a:solidFill>
                  <a:srgbClr val="F4FAFB"/>
                </a:solidFill>
              </a:defRPr>
            </a:lvl4pPr>
            <a:lvl5pPr algn="ctr">
              <a:defRPr sz="1575" b="1">
                <a:solidFill>
                  <a:srgbClr val="F4FAFB"/>
                </a:solidFill>
              </a:defRPr>
            </a:lvl5pPr>
            <a:lvl6pPr algn="ctr">
              <a:defRPr sz="1575" b="1">
                <a:solidFill>
                  <a:srgbClr val="F4FAFB"/>
                </a:solidFill>
              </a:defRPr>
            </a:lvl6pPr>
            <a:lvl7pPr algn="ctr">
              <a:defRPr sz="1575" b="1">
                <a:solidFill>
                  <a:srgbClr val="F4FAFB"/>
                </a:solidFill>
              </a:defRPr>
            </a:lvl7pPr>
            <a:lvl8pPr algn="ctr">
              <a:defRPr sz="1575" b="1">
                <a:solidFill>
                  <a:srgbClr val="F4FAFB"/>
                </a:solidFill>
              </a:defRPr>
            </a:lvl8pPr>
            <a:lvl9pPr algn="ctr">
              <a:defRPr sz="15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4FAFB"/>
                </a:solidFill>
              </a:defRPr>
            </a:pPr>
            <a:r>
              <a:rPr sz="1575" b="1">
                <a:solidFill>
                  <a:srgbClr val="F4FAFB"/>
                </a:solidFill>
              </a:rPr>
              <a:t>COES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9F899-B1C3-4CE7-B8DA-E40CC35C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8DA5AE"/>
                </a:solidFill>
              </a:defRPr>
            </a:defPPr>
            <a:lvl1pPr algn="ctr">
              <a:defRPr sz="1050" b="0">
                <a:solidFill>
                  <a:srgbClr val="8DA5AE"/>
                </a:solidFill>
              </a:defRPr>
            </a:lvl1pPr>
            <a:lvl2pPr algn="ctr">
              <a:defRPr sz="1050" b="0">
                <a:solidFill>
                  <a:srgbClr val="8DA5AE"/>
                </a:solidFill>
              </a:defRPr>
            </a:lvl2pPr>
            <a:lvl3pPr algn="ctr">
              <a:defRPr sz="1050" b="0">
                <a:solidFill>
                  <a:srgbClr val="8DA5AE"/>
                </a:solidFill>
              </a:defRPr>
            </a:lvl3pPr>
            <a:lvl4pPr algn="ctr">
              <a:defRPr sz="1050" b="0">
                <a:solidFill>
                  <a:srgbClr val="8DA5AE"/>
                </a:solidFill>
              </a:defRPr>
            </a:lvl4pPr>
            <a:lvl5pPr algn="ctr">
              <a:defRPr sz="1050" b="0">
                <a:solidFill>
                  <a:srgbClr val="8DA5AE"/>
                </a:solidFill>
              </a:defRPr>
            </a:lvl5pPr>
            <a:lvl6pPr algn="ctr">
              <a:defRPr sz="1050" b="0">
                <a:solidFill>
                  <a:srgbClr val="8DA5AE"/>
                </a:solidFill>
              </a:defRPr>
            </a:lvl6pPr>
            <a:lvl7pPr algn="ctr">
              <a:defRPr sz="1050" b="0">
                <a:solidFill>
                  <a:srgbClr val="8DA5AE"/>
                </a:solidFill>
              </a:defRPr>
            </a:lvl7pPr>
            <a:lvl8pPr algn="ctr">
              <a:defRPr sz="1050" b="0">
                <a:solidFill>
                  <a:srgbClr val="8DA5AE"/>
                </a:solidFill>
              </a:defRPr>
            </a:lvl8pPr>
            <a:lvl9pPr algn="ctr">
              <a:defRPr sz="105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8DA5AE"/>
                </a:solidFill>
              </a:defRPr>
            </a:pPr>
            <a:r>
              <a:rPr sz="1050" b="0">
                <a:solidFill>
                  <a:srgbClr val="8DA5AE"/>
                </a:solidFill>
              </a:rPr>
              <a:t>API + portal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1D52F-FD8C-4715-8AE6-A4FA2345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289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5D0B1"/>
                </a:solidFill>
              </a:defRPr>
            </a:defPPr>
            <a:lvl1pPr algn="ctr">
              <a:defRPr sz="2100" b="1">
                <a:solidFill>
                  <a:srgbClr val="25D0B1"/>
                </a:solidFill>
              </a:defRPr>
            </a:lvl1pPr>
            <a:lvl2pPr algn="ctr">
              <a:defRPr sz="2100" b="1">
                <a:solidFill>
                  <a:srgbClr val="25D0B1"/>
                </a:solidFill>
              </a:defRPr>
            </a:lvl2pPr>
            <a:lvl3pPr algn="ctr">
              <a:defRPr sz="2100" b="1">
                <a:solidFill>
                  <a:srgbClr val="25D0B1"/>
                </a:solidFill>
              </a:defRPr>
            </a:lvl3pPr>
            <a:lvl4pPr algn="ctr">
              <a:defRPr sz="2100" b="1">
                <a:solidFill>
                  <a:srgbClr val="25D0B1"/>
                </a:solidFill>
              </a:defRPr>
            </a:lvl4pPr>
            <a:lvl5pPr algn="ctr">
              <a:defRPr sz="2100" b="1">
                <a:solidFill>
                  <a:srgbClr val="25D0B1"/>
                </a:solidFill>
              </a:defRPr>
            </a:lvl5pPr>
            <a:lvl6pPr algn="ctr">
              <a:defRPr sz="2100" b="1">
                <a:solidFill>
                  <a:srgbClr val="25D0B1"/>
                </a:solidFill>
              </a:defRPr>
            </a:lvl6pPr>
            <a:lvl7pPr algn="ctr">
              <a:defRPr sz="2100" b="1">
                <a:solidFill>
                  <a:srgbClr val="25D0B1"/>
                </a:solidFill>
              </a:defRPr>
            </a:lvl7pPr>
            <a:lvl8pPr algn="ctr">
              <a:defRPr sz="2100" b="1">
                <a:solidFill>
                  <a:srgbClr val="25D0B1"/>
                </a:solidFill>
              </a:defRPr>
            </a:lvl8pPr>
            <a:lvl9pPr algn="ctr">
              <a:defRPr sz="21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5D0B1"/>
                </a:solidFill>
              </a:defRPr>
            </a:pPr>
            <a:r>
              <a:rPr sz="2100" b="1">
                <a:solidFill>
                  <a:srgbClr val="25D0B1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D208B-E125-4FB6-8BB1-E33A5367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31675-0CF9-43D5-8EA0-DBBC7F94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4FAFB"/>
                </a:solidFill>
              </a:defRPr>
            </a:defPPr>
            <a:lvl1pPr algn="ctr">
              <a:defRPr sz="1575" b="1">
                <a:solidFill>
                  <a:srgbClr val="F4FAFB"/>
                </a:solidFill>
              </a:defRPr>
            </a:lvl1pPr>
            <a:lvl2pPr algn="ctr">
              <a:defRPr sz="1575" b="1">
                <a:solidFill>
                  <a:srgbClr val="F4FAFB"/>
                </a:solidFill>
              </a:defRPr>
            </a:lvl2pPr>
            <a:lvl3pPr algn="ctr">
              <a:defRPr sz="1575" b="1">
                <a:solidFill>
                  <a:srgbClr val="F4FAFB"/>
                </a:solidFill>
              </a:defRPr>
            </a:lvl3pPr>
            <a:lvl4pPr algn="ctr">
              <a:defRPr sz="1575" b="1">
                <a:solidFill>
                  <a:srgbClr val="F4FAFB"/>
                </a:solidFill>
              </a:defRPr>
            </a:lvl4pPr>
            <a:lvl5pPr algn="ctr">
              <a:defRPr sz="1575" b="1">
                <a:solidFill>
                  <a:srgbClr val="F4FAFB"/>
                </a:solidFill>
              </a:defRPr>
            </a:lvl5pPr>
            <a:lvl6pPr algn="ctr">
              <a:defRPr sz="1575" b="1">
                <a:solidFill>
                  <a:srgbClr val="F4FAFB"/>
                </a:solidFill>
              </a:defRPr>
            </a:lvl6pPr>
            <a:lvl7pPr algn="ctr">
              <a:defRPr sz="1575" b="1">
                <a:solidFill>
                  <a:srgbClr val="F4FAFB"/>
                </a:solidFill>
              </a:defRPr>
            </a:lvl7pPr>
            <a:lvl8pPr algn="ctr">
              <a:defRPr sz="1575" b="1">
                <a:solidFill>
                  <a:srgbClr val="F4FAFB"/>
                </a:solidFill>
              </a:defRPr>
            </a:lvl8pPr>
            <a:lvl9pPr algn="ctr">
              <a:defRPr sz="15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4FAFB"/>
                </a:solidFill>
              </a:defRPr>
            </a:pPr>
            <a:r>
              <a:rPr sz="1575" b="1">
                <a:solidFill>
                  <a:srgbClr val="F4FAFB"/>
                </a:solidFill>
              </a:rPr>
              <a:t>Versionado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FC5DF-200D-44EF-85D6-D9F369B1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8DA5AE"/>
                </a:solidFill>
              </a:defRPr>
            </a:defPPr>
            <a:lvl1pPr algn="ctr">
              <a:defRPr sz="1050" b="0">
                <a:solidFill>
                  <a:srgbClr val="8DA5AE"/>
                </a:solidFill>
              </a:defRPr>
            </a:lvl1pPr>
            <a:lvl2pPr algn="ctr">
              <a:defRPr sz="1050" b="0">
                <a:solidFill>
                  <a:srgbClr val="8DA5AE"/>
                </a:solidFill>
              </a:defRPr>
            </a:lvl2pPr>
            <a:lvl3pPr algn="ctr">
              <a:defRPr sz="1050" b="0">
                <a:solidFill>
                  <a:srgbClr val="8DA5AE"/>
                </a:solidFill>
              </a:defRPr>
            </a:lvl3pPr>
            <a:lvl4pPr algn="ctr">
              <a:defRPr sz="1050" b="0">
                <a:solidFill>
                  <a:srgbClr val="8DA5AE"/>
                </a:solidFill>
              </a:defRPr>
            </a:lvl4pPr>
            <a:lvl5pPr algn="ctr">
              <a:defRPr sz="1050" b="0">
                <a:solidFill>
                  <a:srgbClr val="8DA5AE"/>
                </a:solidFill>
              </a:defRPr>
            </a:lvl5pPr>
            <a:lvl6pPr algn="ctr">
              <a:defRPr sz="1050" b="0">
                <a:solidFill>
                  <a:srgbClr val="8DA5AE"/>
                </a:solidFill>
              </a:defRPr>
            </a:lvl6pPr>
            <a:lvl7pPr algn="ctr">
              <a:defRPr sz="1050" b="0">
                <a:solidFill>
                  <a:srgbClr val="8DA5AE"/>
                </a:solidFill>
              </a:defRPr>
            </a:lvl7pPr>
            <a:lvl8pPr algn="ctr">
              <a:defRPr sz="1050" b="0">
                <a:solidFill>
                  <a:srgbClr val="8DA5AE"/>
                </a:solidFill>
              </a:defRPr>
            </a:lvl8pPr>
            <a:lvl9pPr algn="ctr">
              <a:defRPr sz="105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8DA5AE"/>
                </a:solidFill>
              </a:defRPr>
            </a:pPr>
            <a:r>
              <a:rPr sz="1050" b="0">
                <a:solidFill>
                  <a:srgbClr val="8DA5AE"/>
                </a:solidFill>
              </a:rPr>
              <a:t>SQLite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6CAF3-AC75-4FE2-B15D-061402B8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289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5D0B1"/>
                </a:solidFill>
              </a:defRPr>
            </a:defPPr>
            <a:lvl1pPr algn="ctr">
              <a:defRPr sz="2100" b="1">
                <a:solidFill>
                  <a:srgbClr val="25D0B1"/>
                </a:solidFill>
              </a:defRPr>
            </a:lvl1pPr>
            <a:lvl2pPr algn="ctr">
              <a:defRPr sz="2100" b="1">
                <a:solidFill>
                  <a:srgbClr val="25D0B1"/>
                </a:solidFill>
              </a:defRPr>
            </a:lvl2pPr>
            <a:lvl3pPr algn="ctr">
              <a:defRPr sz="2100" b="1">
                <a:solidFill>
                  <a:srgbClr val="25D0B1"/>
                </a:solidFill>
              </a:defRPr>
            </a:lvl3pPr>
            <a:lvl4pPr algn="ctr">
              <a:defRPr sz="2100" b="1">
                <a:solidFill>
                  <a:srgbClr val="25D0B1"/>
                </a:solidFill>
              </a:defRPr>
            </a:lvl4pPr>
            <a:lvl5pPr algn="ctr">
              <a:defRPr sz="2100" b="1">
                <a:solidFill>
                  <a:srgbClr val="25D0B1"/>
                </a:solidFill>
              </a:defRPr>
            </a:lvl5pPr>
            <a:lvl6pPr algn="ctr">
              <a:defRPr sz="2100" b="1">
                <a:solidFill>
                  <a:srgbClr val="25D0B1"/>
                </a:solidFill>
              </a:defRPr>
            </a:lvl6pPr>
            <a:lvl7pPr algn="ctr">
              <a:defRPr sz="2100" b="1">
                <a:solidFill>
                  <a:srgbClr val="25D0B1"/>
                </a:solidFill>
              </a:defRPr>
            </a:lvl7pPr>
            <a:lvl8pPr algn="ctr">
              <a:defRPr sz="2100" b="1">
                <a:solidFill>
                  <a:srgbClr val="25D0B1"/>
                </a:solidFill>
              </a:defRPr>
            </a:lvl8pPr>
            <a:lvl9pPr algn="ctr">
              <a:defRPr sz="21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5D0B1"/>
                </a:solidFill>
              </a:defRPr>
            </a:pPr>
            <a:r>
              <a:rPr sz="2100" b="1">
                <a:solidFill>
                  <a:srgbClr val="25D0B1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5FB17-4776-4C7E-831A-AC2CF6EB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38D24-1BC8-4834-B06F-3F9A0BEF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4FAFB"/>
                </a:solidFill>
              </a:defRPr>
            </a:defPPr>
            <a:lvl1pPr algn="ctr">
              <a:defRPr sz="1575" b="1">
                <a:solidFill>
                  <a:srgbClr val="F4FAFB"/>
                </a:solidFill>
              </a:defRPr>
            </a:lvl1pPr>
            <a:lvl2pPr algn="ctr">
              <a:defRPr sz="1575" b="1">
                <a:solidFill>
                  <a:srgbClr val="F4FAFB"/>
                </a:solidFill>
              </a:defRPr>
            </a:lvl2pPr>
            <a:lvl3pPr algn="ctr">
              <a:defRPr sz="1575" b="1">
                <a:solidFill>
                  <a:srgbClr val="F4FAFB"/>
                </a:solidFill>
              </a:defRPr>
            </a:lvl3pPr>
            <a:lvl4pPr algn="ctr">
              <a:defRPr sz="1575" b="1">
                <a:solidFill>
                  <a:srgbClr val="F4FAFB"/>
                </a:solidFill>
              </a:defRPr>
            </a:lvl4pPr>
            <a:lvl5pPr algn="ctr">
              <a:defRPr sz="1575" b="1">
                <a:solidFill>
                  <a:srgbClr val="F4FAFB"/>
                </a:solidFill>
              </a:defRPr>
            </a:lvl5pPr>
            <a:lvl6pPr algn="ctr">
              <a:defRPr sz="1575" b="1">
                <a:solidFill>
                  <a:srgbClr val="F4FAFB"/>
                </a:solidFill>
              </a:defRPr>
            </a:lvl6pPr>
            <a:lvl7pPr algn="ctr">
              <a:defRPr sz="1575" b="1">
                <a:solidFill>
                  <a:srgbClr val="F4FAFB"/>
                </a:solidFill>
              </a:defRPr>
            </a:lvl7pPr>
            <a:lvl8pPr algn="ctr">
              <a:defRPr sz="1575" b="1">
                <a:solidFill>
                  <a:srgbClr val="F4FAFB"/>
                </a:solidFill>
              </a:defRPr>
            </a:lvl8pPr>
            <a:lvl9pPr algn="ctr">
              <a:defRPr sz="15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4FAFB"/>
                </a:solidFill>
              </a:defRPr>
            </a:pPr>
            <a:r>
              <a:rPr sz="1575" b="1">
                <a:solidFill>
                  <a:srgbClr val="F4FAFB"/>
                </a:solidFill>
              </a:rPr>
              <a:t>Variables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3CE2B-0601-4A17-8E2B-D5F23B17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527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8DA5AE"/>
                </a:solidFill>
              </a:defRPr>
            </a:defPPr>
            <a:lvl1pPr algn="ctr">
              <a:defRPr sz="1050" b="0">
                <a:solidFill>
                  <a:srgbClr val="8DA5AE"/>
                </a:solidFill>
              </a:defRPr>
            </a:lvl1pPr>
            <a:lvl2pPr algn="ctr">
              <a:defRPr sz="1050" b="0">
                <a:solidFill>
                  <a:srgbClr val="8DA5AE"/>
                </a:solidFill>
              </a:defRPr>
            </a:lvl2pPr>
            <a:lvl3pPr algn="ctr">
              <a:defRPr sz="1050" b="0">
                <a:solidFill>
                  <a:srgbClr val="8DA5AE"/>
                </a:solidFill>
              </a:defRPr>
            </a:lvl3pPr>
            <a:lvl4pPr algn="ctr">
              <a:defRPr sz="1050" b="0">
                <a:solidFill>
                  <a:srgbClr val="8DA5AE"/>
                </a:solidFill>
              </a:defRPr>
            </a:lvl4pPr>
            <a:lvl5pPr algn="ctr">
              <a:defRPr sz="1050" b="0">
                <a:solidFill>
                  <a:srgbClr val="8DA5AE"/>
                </a:solidFill>
              </a:defRPr>
            </a:lvl5pPr>
            <a:lvl6pPr algn="ctr">
              <a:defRPr sz="1050" b="0">
                <a:solidFill>
                  <a:srgbClr val="8DA5AE"/>
                </a:solidFill>
              </a:defRPr>
            </a:lvl6pPr>
            <a:lvl7pPr algn="ctr">
              <a:defRPr sz="1050" b="0">
                <a:solidFill>
                  <a:srgbClr val="8DA5AE"/>
                </a:solidFill>
              </a:defRPr>
            </a:lvl7pPr>
            <a:lvl8pPr algn="ctr">
              <a:defRPr sz="1050" b="0">
                <a:solidFill>
                  <a:srgbClr val="8DA5AE"/>
                </a:solidFill>
              </a:defRPr>
            </a:lvl8pPr>
            <a:lvl9pPr algn="ctr">
              <a:defRPr sz="105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8DA5AE"/>
                </a:solidFill>
              </a:defRPr>
            </a:pPr>
            <a:r>
              <a:rPr sz="1050" b="0">
                <a:solidFill>
                  <a:srgbClr val="8DA5AE"/>
                </a:solidFill>
              </a:rPr>
              <a:t>sin fuga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83433-241E-4E1E-80E1-E03A5709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289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5D0B1"/>
                </a:solidFill>
              </a:defRPr>
            </a:defPPr>
            <a:lvl1pPr algn="ctr">
              <a:defRPr sz="2100" b="1">
                <a:solidFill>
                  <a:srgbClr val="25D0B1"/>
                </a:solidFill>
              </a:defRPr>
            </a:lvl1pPr>
            <a:lvl2pPr algn="ctr">
              <a:defRPr sz="2100" b="1">
                <a:solidFill>
                  <a:srgbClr val="25D0B1"/>
                </a:solidFill>
              </a:defRPr>
            </a:lvl2pPr>
            <a:lvl3pPr algn="ctr">
              <a:defRPr sz="2100" b="1">
                <a:solidFill>
                  <a:srgbClr val="25D0B1"/>
                </a:solidFill>
              </a:defRPr>
            </a:lvl3pPr>
            <a:lvl4pPr algn="ctr">
              <a:defRPr sz="2100" b="1">
                <a:solidFill>
                  <a:srgbClr val="25D0B1"/>
                </a:solidFill>
              </a:defRPr>
            </a:lvl4pPr>
            <a:lvl5pPr algn="ctr">
              <a:defRPr sz="2100" b="1">
                <a:solidFill>
                  <a:srgbClr val="25D0B1"/>
                </a:solidFill>
              </a:defRPr>
            </a:lvl5pPr>
            <a:lvl6pPr algn="ctr">
              <a:defRPr sz="2100" b="1">
                <a:solidFill>
                  <a:srgbClr val="25D0B1"/>
                </a:solidFill>
              </a:defRPr>
            </a:lvl6pPr>
            <a:lvl7pPr algn="ctr">
              <a:defRPr sz="2100" b="1">
                <a:solidFill>
                  <a:srgbClr val="25D0B1"/>
                </a:solidFill>
              </a:defRPr>
            </a:lvl7pPr>
            <a:lvl8pPr algn="ctr">
              <a:defRPr sz="2100" b="1">
                <a:solidFill>
                  <a:srgbClr val="25D0B1"/>
                </a:solidFill>
              </a:defRPr>
            </a:lvl8pPr>
            <a:lvl9pPr algn="ctr">
              <a:defRPr sz="21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5D0B1"/>
                </a:solidFill>
              </a:defRPr>
            </a:pPr>
            <a:r>
              <a:rPr sz="2100" b="1">
                <a:solidFill>
                  <a:srgbClr val="25D0B1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2C78F-03E0-45AF-92A3-B566A81C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8C5E6-9DCA-4237-9B03-D11CEDDD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4FAFB"/>
                </a:solidFill>
              </a:defRPr>
            </a:defPPr>
            <a:lvl1pPr algn="ctr">
              <a:defRPr sz="1575" b="1">
                <a:solidFill>
                  <a:srgbClr val="F4FAFB"/>
                </a:solidFill>
              </a:defRPr>
            </a:lvl1pPr>
            <a:lvl2pPr algn="ctr">
              <a:defRPr sz="1575" b="1">
                <a:solidFill>
                  <a:srgbClr val="F4FAFB"/>
                </a:solidFill>
              </a:defRPr>
            </a:lvl2pPr>
            <a:lvl3pPr algn="ctr">
              <a:defRPr sz="1575" b="1">
                <a:solidFill>
                  <a:srgbClr val="F4FAFB"/>
                </a:solidFill>
              </a:defRPr>
            </a:lvl3pPr>
            <a:lvl4pPr algn="ctr">
              <a:defRPr sz="1575" b="1">
                <a:solidFill>
                  <a:srgbClr val="F4FAFB"/>
                </a:solidFill>
              </a:defRPr>
            </a:lvl4pPr>
            <a:lvl5pPr algn="ctr">
              <a:defRPr sz="1575" b="1">
                <a:solidFill>
                  <a:srgbClr val="F4FAFB"/>
                </a:solidFill>
              </a:defRPr>
            </a:lvl5pPr>
            <a:lvl6pPr algn="ctr">
              <a:defRPr sz="1575" b="1">
                <a:solidFill>
                  <a:srgbClr val="F4FAFB"/>
                </a:solidFill>
              </a:defRPr>
            </a:lvl6pPr>
            <a:lvl7pPr algn="ctr">
              <a:defRPr sz="1575" b="1">
                <a:solidFill>
                  <a:srgbClr val="F4FAFB"/>
                </a:solidFill>
              </a:defRPr>
            </a:lvl7pPr>
            <a:lvl8pPr algn="ctr">
              <a:defRPr sz="1575" b="1">
                <a:solidFill>
                  <a:srgbClr val="F4FAFB"/>
                </a:solidFill>
              </a:defRPr>
            </a:lvl8pPr>
            <a:lvl9pPr algn="ctr">
              <a:defRPr sz="15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4FAFB"/>
                </a:solidFill>
              </a:defRPr>
            </a:pPr>
            <a:r>
              <a:rPr sz="1575" b="1">
                <a:solidFill>
                  <a:srgbClr val="F4FAFB"/>
                </a:solidFill>
              </a:rPr>
              <a:t>Modelos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32568-C53F-475F-B37B-B479E215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527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8DA5AE"/>
                </a:solidFill>
              </a:defRPr>
            </a:defPPr>
            <a:lvl1pPr algn="ctr">
              <a:defRPr sz="1050" b="0">
                <a:solidFill>
                  <a:srgbClr val="8DA5AE"/>
                </a:solidFill>
              </a:defRPr>
            </a:lvl1pPr>
            <a:lvl2pPr algn="ctr">
              <a:defRPr sz="1050" b="0">
                <a:solidFill>
                  <a:srgbClr val="8DA5AE"/>
                </a:solidFill>
              </a:defRPr>
            </a:lvl2pPr>
            <a:lvl3pPr algn="ctr">
              <a:defRPr sz="1050" b="0">
                <a:solidFill>
                  <a:srgbClr val="8DA5AE"/>
                </a:solidFill>
              </a:defRPr>
            </a:lvl3pPr>
            <a:lvl4pPr algn="ctr">
              <a:defRPr sz="1050" b="0">
                <a:solidFill>
                  <a:srgbClr val="8DA5AE"/>
                </a:solidFill>
              </a:defRPr>
            </a:lvl4pPr>
            <a:lvl5pPr algn="ctr">
              <a:defRPr sz="1050" b="0">
                <a:solidFill>
                  <a:srgbClr val="8DA5AE"/>
                </a:solidFill>
              </a:defRPr>
            </a:lvl5pPr>
            <a:lvl6pPr algn="ctr">
              <a:defRPr sz="1050" b="0">
                <a:solidFill>
                  <a:srgbClr val="8DA5AE"/>
                </a:solidFill>
              </a:defRPr>
            </a:lvl6pPr>
            <a:lvl7pPr algn="ctr">
              <a:defRPr sz="1050" b="0">
                <a:solidFill>
                  <a:srgbClr val="8DA5AE"/>
                </a:solidFill>
              </a:defRPr>
            </a:lvl7pPr>
            <a:lvl8pPr algn="ctr">
              <a:defRPr sz="1050" b="0">
                <a:solidFill>
                  <a:srgbClr val="8DA5AE"/>
                </a:solidFill>
              </a:defRPr>
            </a:lvl8pPr>
            <a:lvl9pPr algn="ctr">
              <a:defRPr sz="105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8DA5AE"/>
                </a:solidFill>
              </a:defRPr>
            </a:pPr>
            <a:r>
              <a:rPr sz="1050" b="0">
                <a:solidFill>
                  <a:srgbClr val="8DA5AE"/>
                </a:solidFill>
              </a:rPr>
              <a:t>Ridge + HGB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4C113B-5FA9-499F-B98E-D41DDB06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289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5D0B1"/>
                </a:solidFill>
              </a:defRPr>
            </a:defPPr>
            <a:lvl1pPr algn="ctr">
              <a:defRPr sz="2100" b="1">
                <a:solidFill>
                  <a:srgbClr val="25D0B1"/>
                </a:solidFill>
              </a:defRPr>
            </a:lvl1pPr>
            <a:lvl2pPr algn="ctr">
              <a:defRPr sz="2100" b="1">
                <a:solidFill>
                  <a:srgbClr val="25D0B1"/>
                </a:solidFill>
              </a:defRPr>
            </a:lvl2pPr>
            <a:lvl3pPr algn="ctr">
              <a:defRPr sz="2100" b="1">
                <a:solidFill>
                  <a:srgbClr val="25D0B1"/>
                </a:solidFill>
              </a:defRPr>
            </a:lvl3pPr>
            <a:lvl4pPr algn="ctr">
              <a:defRPr sz="2100" b="1">
                <a:solidFill>
                  <a:srgbClr val="25D0B1"/>
                </a:solidFill>
              </a:defRPr>
            </a:lvl4pPr>
            <a:lvl5pPr algn="ctr">
              <a:defRPr sz="2100" b="1">
                <a:solidFill>
                  <a:srgbClr val="25D0B1"/>
                </a:solidFill>
              </a:defRPr>
            </a:lvl5pPr>
            <a:lvl6pPr algn="ctr">
              <a:defRPr sz="2100" b="1">
                <a:solidFill>
                  <a:srgbClr val="25D0B1"/>
                </a:solidFill>
              </a:defRPr>
            </a:lvl6pPr>
            <a:lvl7pPr algn="ctr">
              <a:defRPr sz="2100" b="1">
                <a:solidFill>
                  <a:srgbClr val="25D0B1"/>
                </a:solidFill>
              </a:defRPr>
            </a:lvl7pPr>
            <a:lvl8pPr algn="ctr">
              <a:defRPr sz="2100" b="1">
                <a:solidFill>
                  <a:srgbClr val="25D0B1"/>
                </a:solidFill>
              </a:defRPr>
            </a:lvl8pPr>
            <a:lvl9pPr algn="ctr">
              <a:defRPr sz="21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5D0B1"/>
                </a:solidFill>
              </a:defRPr>
            </a:pPr>
            <a:r>
              <a:rPr sz="2100" b="1">
                <a:solidFill>
                  <a:srgbClr val="25D0B1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23CB5-9E1E-45D8-8079-E74E818D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8600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5D0B1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48415-1553-4BF6-8011-33DC0480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6171F"/>
                </a:solidFill>
              </a:defRPr>
            </a:defPPr>
            <a:lvl1pPr algn="ctr">
              <a:defRPr sz="1575" b="1">
                <a:solidFill>
                  <a:srgbClr val="06171F"/>
                </a:solidFill>
              </a:defRPr>
            </a:lvl1pPr>
            <a:lvl2pPr algn="ctr">
              <a:defRPr sz="1575" b="1">
                <a:solidFill>
                  <a:srgbClr val="06171F"/>
                </a:solidFill>
              </a:defRPr>
            </a:lvl2pPr>
            <a:lvl3pPr algn="ctr">
              <a:defRPr sz="1575" b="1">
                <a:solidFill>
                  <a:srgbClr val="06171F"/>
                </a:solidFill>
              </a:defRPr>
            </a:lvl3pPr>
            <a:lvl4pPr algn="ctr">
              <a:defRPr sz="1575" b="1">
                <a:solidFill>
                  <a:srgbClr val="06171F"/>
                </a:solidFill>
              </a:defRPr>
            </a:lvl4pPr>
            <a:lvl5pPr algn="ctr">
              <a:defRPr sz="1575" b="1">
                <a:solidFill>
                  <a:srgbClr val="06171F"/>
                </a:solidFill>
              </a:defRPr>
            </a:lvl5pPr>
            <a:lvl6pPr algn="ctr">
              <a:defRPr sz="1575" b="1">
                <a:solidFill>
                  <a:srgbClr val="06171F"/>
                </a:solidFill>
              </a:defRPr>
            </a:lvl6pPr>
            <a:lvl7pPr algn="ctr">
              <a:defRPr sz="1575" b="1">
                <a:solidFill>
                  <a:srgbClr val="06171F"/>
                </a:solidFill>
              </a:defRPr>
            </a:lvl7pPr>
            <a:lvl8pPr algn="ctr">
              <a:defRPr sz="1575" b="1">
                <a:solidFill>
                  <a:srgbClr val="06171F"/>
                </a:solidFill>
              </a:defRPr>
            </a:lvl8pPr>
            <a:lvl9pPr algn="ctr">
              <a:defRPr sz="1575" b="1">
                <a:solidFill>
                  <a:srgbClr val="06171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6171F"/>
                </a:solidFill>
              </a:defRPr>
            </a:pPr>
            <a:r>
              <a:rPr sz="1575" b="1">
                <a:solidFill>
                  <a:srgbClr val="06171F"/>
                </a:solidFill>
              </a:rPr>
              <a:t>Panel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86DED-EDF8-4042-8B07-686880C7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527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6171F"/>
                </a:solidFill>
              </a:defRPr>
            </a:defPPr>
            <a:lvl1pPr algn="ctr">
              <a:defRPr sz="1050" b="0">
                <a:solidFill>
                  <a:srgbClr val="06171F"/>
                </a:solidFill>
              </a:defRPr>
            </a:lvl1pPr>
            <a:lvl2pPr algn="ctr">
              <a:defRPr sz="1050" b="0">
                <a:solidFill>
                  <a:srgbClr val="06171F"/>
                </a:solidFill>
              </a:defRPr>
            </a:lvl2pPr>
            <a:lvl3pPr algn="ctr">
              <a:defRPr sz="1050" b="0">
                <a:solidFill>
                  <a:srgbClr val="06171F"/>
                </a:solidFill>
              </a:defRPr>
            </a:lvl3pPr>
            <a:lvl4pPr algn="ctr">
              <a:defRPr sz="1050" b="0">
                <a:solidFill>
                  <a:srgbClr val="06171F"/>
                </a:solidFill>
              </a:defRPr>
            </a:lvl4pPr>
            <a:lvl5pPr algn="ctr">
              <a:defRPr sz="1050" b="0">
                <a:solidFill>
                  <a:srgbClr val="06171F"/>
                </a:solidFill>
              </a:defRPr>
            </a:lvl5pPr>
            <a:lvl6pPr algn="ctr">
              <a:defRPr sz="1050" b="0">
                <a:solidFill>
                  <a:srgbClr val="06171F"/>
                </a:solidFill>
              </a:defRPr>
            </a:lvl6pPr>
            <a:lvl7pPr algn="ctr">
              <a:defRPr sz="1050" b="0">
                <a:solidFill>
                  <a:srgbClr val="06171F"/>
                </a:solidFill>
              </a:defRPr>
            </a:lvl7pPr>
            <a:lvl8pPr algn="ctr">
              <a:defRPr sz="1050" b="0">
                <a:solidFill>
                  <a:srgbClr val="06171F"/>
                </a:solidFill>
              </a:defRPr>
            </a:lvl8pPr>
            <a:lvl9pPr algn="ctr">
              <a:defRPr sz="1050" b="0">
                <a:solidFill>
                  <a:srgbClr val="06171F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06171F"/>
                </a:solidFill>
              </a:defRPr>
            </a:pPr>
            <a:r>
              <a:rPr sz="1050" b="0">
                <a:solidFill>
                  <a:srgbClr val="06171F"/>
                </a:solidFill>
              </a:rPr>
              <a:t>48 intervalos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5A8398-B452-4C61-A7D7-978BC9D0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4FAFB"/>
                </a:solidFill>
              </a:defRPr>
            </a:defPPr>
            <a:lvl1pPr algn="ctr">
              <a:defRPr sz="1800" b="1">
                <a:solidFill>
                  <a:srgbClr val="F4FAFB"/>
                </a:solidFill>
              </a:defRPr>
            </a:lvl1pPr>
            <a:lvl2pPr algn="ctr">
              <a:defRPr sz="1800" b="1">
                <a:solidFill>
                  <a:srgbClr val="F4FAFB"/>
                </a:solidFill>
              </a:defRPr>
            </a:lvl2pPr>
            <a:lvl3pPr algn="ctr">
              <a:defRPr sz="1800" b="1">
                <a:solidFill>
                  <a:srgbClr val="F4FAFB"/>
                </a:solidFill>
              </a:defRPr>
            </a:lvl3pPr>
            <a:lvl4pPr algn="ctr">
              <a:defRPr sz="1800" b="1">
                <a:solidFill>
                  <a:srgbClr val="F4FAFB"/>
                </a:solidFill>
              </a:defRPr>
            </a:lvl4pPr>
            <a:lvl5pPr algn="ctr">
              <a:defRPr sz="1800" b="1">
                <a:solidFill>
                  <a:srgbClr val="F4FAFB"/>
                </a:solidFill>
              </a:defRPr>
            </a:lvl5pPr>
            <a:lvl6pPr algn="ctr">
              <a:defRPr sz="1800" b="1">
                <a:solidFill>
                  <a:srgbClr val="F4FAFB"/>
                </a:solidFill>
              </a:defRPr>
            </a:lvl6pPr>
            <a:lvl7pPr algn="ctr">
              <a:defRPr sz="1800" b="1">
                <a:solidFill>
                  <a:srgbClr val="F4FAFB"/>
                </a:solidFill>
              </a:defRPr>
            </a:lvl7pPr>
            <a:lvl8pPr algn="ctr">
              <a:defRPr sz="1800" b="1">
                <a:solidFill>
                  <a:srgbClr val="F4FAFB"/>
                </a:solidFill>
              </a:defRPr>
            </a:lvl8pPr>
            <a:lvl9pPr algn="ctr">
              <a:defRPr sz="180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4FAFB"/>
                </a:solidFill>
              </a:defRPr>
            </a:pPr>
            <a:r>
              <a:rPr sz="1800" b="1">
                <a:solidFill>
                  <a:srgbClr val="F4FAFB"/>
                </a:solidFill>
              </a:rPr>
              <a:t>Actualizar = consultar → guardar cambios → reentrenar → predecir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F567B-04F7-469D-89BF-6A6AD98F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8DA5AE"/>
                </a:solidFill>
              </a:defRPr>
            </a:defPPr>
            <a:lvl1pPr algn="ctr">
              <a:defRPr sz="1275" b="0">
                <a:solidFill>
                  <a:srgbClr val="8DA5AE"/>
                </a:solidFill>
              </a:defRPr>
            </a:lvl1pPr>
            <a:lvl2pPr algn="ctr">
              <a:defRPr sz="1275" b="0">
                <a:solidFill>
                  <a:srgbClr val="8DA5AE"/>
                </a:solidFill>
              </a:defRPr>
            </a:lvl2pPr>
            <a:lvl3pPr algn="ctr">
              <a:defRPr sz="1275" b="0">
                <a:solidFill>
                  <a:srgbClr val="8DA5AE"/>
                </a:solidFill>
              </a:defRPr>
            </a:lvl3pPr>
            <a:lvl4pPr algn="ctr">
              <a:defRPr sz="1275" b="0">
                <a:solidFill>
                  <a:srgbClr val="8DA5AE"/>
                </a:solidFill>
              </a:defRPr>
            </a:lvl4pPr>
            <a:lvl5pPr algn="ctr">
              <a:defRPr sz="1275" b="0">
                <a:solidFill>
                  <a:srgbClr val="8DA5AE"/>
                </a:solidFill>
              </a:defRPr>
            </a:lvl5pPr>
            <a:lvl6pPr algn="ctr">
              <a:defRPr sz="1275" b="0">
                <a:solidFill>
                  <a:srgbClr val="8DA5AE"/>
                </a:solidFill>
              </a:defRPr>
            </a:lvl6pPr>
            <a:lvl7pPr algn="ctr">
              <a:defRPr sz="1275" b="0">
                <a:solidFill>
                  <a:srgbClr val="8DA5AE"/>
                </a:solidFill>
              </a:defRPr>
            </a:lvl7pPr>
            <a:lvl8pPr algn="ctr">
              <a:defRPr sz="1275" b="0">
                <a:solidFill>
                  <a:srgbClr val="8DA5AE"/>
                </a:solidFill>
              </a:defRPr>
            </a:lvl8pPr>
            <a:lvl9pPr algn="ctr">
              <a:defRPr sz="1275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8DA5AE"/>
                </a:solidFill>
              </a:defRPr>
            </a:pPr>
            <a:r>
              <a:rPr sz="1275" b="0">
                <a:solidFill>
                  <a:srgbClr val="8DA5AE"/>
                </a:solidFill>
              </a:rPr>
              <a:t>Solo se incorporan ejecutados confirmados por COES.</a:t>
            </a:r>
          </a:p>
        </p:txBody>
      </p:sp>
    </p:spTree>
    <p:extLst>
      <p:ext uri="{BB962C8B-B14F-4D97-AF65-F5344CB8AC3E}">
        <p14:creationId xmlns:p14="http://schemas.microsoft.com/office/powerpoint/2010/main" val="7632335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8EEA1-75B5-4CF3-8BE7-622651C8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D0B1"/>
                </a:solidFill>
              </a:defRPr>
            </a:defPPr>
            <a:lvl1pPr algn="l">
              <a:defRPr sz="900" b="1">
                <a:solidFill>
                  <a:srgbClr val="25D0B1"/>
                </a:solidFill>
              </a:defRPr>
            </a:lvl1pPr>
            <a:lvl2pPr algn="l">
              <a:defRPr sz="900" b="1">
                <a:solidFill>
                  <a:srgbClr val="25D0B1"/>
                </a:solidFill>
              </a:defRPr>
            </a:lvl2pPr>
            <a:lvl3pPr algn="l">
              <a:defRPr sz="900" b="1">
                <a:solidFill>
                  <a:srgbClr val="25D0B1"/>
                </a:solidFill>
              </a:defRPr>
            </a:lvl3pPr>
            <a:lvl4pPr algn="l">
              <a:defRPr sz="900" b="1">
                <a:solidFill>
                  <a:srgbClr val="25D0B1"/>
                </a:solidFill>
              </a:defRPr>
            </a:lvl4pPr>
            <a:lvl5pPr algn="l">
              <a:defRPr sz="900" b="1">
                <a:solidFill>
                  <a:srgbClr val="25D0B1"/>
                </a:solidFill>
              </a:defRPr>
            </a:lvl5pPr>
            <a:lvl6pPr algn="l">
              <a:defRPr sz="900" b="1">
                <a:solidFill>
                  <a:srgbClr val="25D0B1"/>
                </a:solidFill>
              </a:defRPr>
            </a:lvl6pPr>
            <a:lvl7pPr algn="l">
              <a:defRPr sz="900" b="1">
                <a:solidFill>
                  <a:srgbClr val="25D0B1"/>
                </a:solidFill>
              </a:defRPr>
            </a:lvl7pPr>
            <a:lvl8pPr algn="l">
              <a:defRPr sz="900" b="1">
                <a:solidFill>
                  <a:srgbClr val="25D0B1"/>
                </a:solidFill>
              </a:defRPr>
            </a:lvl8pPr>
            <a:lvl9pPr algn="l">
              <a:defRPr sz="9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D0B1"/>
                </a:solidFill>
              </a:defRPr>
            </a:pPr>
            <a:r>
              <a:rPr sz="900" b="1">
                <a:solidFill>
                  <a:srgbClr val="25D0B1"/>
                </a:solidFill>
              </a:rPr>
              <a:t>06 · VALIDACIÓN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6123F-1BC4-40DA-AE35-AD8C4A39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AFB"/>
                </a:solidFill>
              </a:defRPr>
            </a:defPPr>
            <a:lvl1pPr algn="l">
              <a:defRPr sz="2550" b="1">
                <a:solidFill>
                  <a:srgbClr val="F4FAFB"/>
                </a:solidFill>
              </a:defRPr>
            </a:lvl1pPr>
            <a:lvl2pPr algn="l">
              <a:defRPr sz="2550" b="1">
                <a:solidFill>
                  <a:srgbClr val="F4FAFB"/>
                </a:solidFill>
              </a:defRPr>
            </a:lvl2pPr>
            <a:lvl3pPr algn="l">
              <a:defRPr sz="2550" b="1">
                <a:solidFill>
                  <a:srgbClr val="F4FAFB"/>
                </a:solidFill>
              </a:defRPr>
            </a:lvl3pPr>
            <a:lvl4pPr algn="l">
              <a:defRPr sz="2550" b="1">
                <a:solidFill>
                  <a:srgbClr val="F4FAFB"/>
                </a:solidFill>
              </a:defRPr>
            </a:lvl4pPr>
            <a:lvl5pPr algn="l">
              <a:defRPr sz="2550" b="1">
                <a:solidFill>
                  <a:srgbClr val="F4FAFB"/>
                </a:solidFill>
              </a:defRPr>
            </a:lvl5pPr>
            <a:lvl6pPr algn="l">
              <a:defRPr sz="2550" b="1">
                <a:solidFill>
                  <a:srgbClr val="F4FAFB"/>
                </a:solidFill>
              </a:defRPr>
            </a:lvl6pPr>
            <a:lvl7pPr algn="l">
              <a:defRPr sz="2550" b="1">
                <a:solidFill>
                  <a:srgbClr val="F4FAFB"/>
                </a:solidFill>
              </a:defRPr>
            </a:lvl7pPr>
            <a:lvl8pPr algn="l">
              <a:defRPr sz="2550" b="1">
                <a:solidFill>
                  <a:srgbClr val="F4FAFB"/>
                </a:solidFill>
              </a:defRPr>
            </a:lvl8pPr>
            <a:lvl9pPr algn="l">
              <a:defRPr sz="25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Resultados fuera de muestra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DD863-9302-45C6-917C-748E0EB4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8DA5AE"/>
                </a:solidFill>
              </a:defRPr>
            </a:defPPr>
            <a:lvl1pPr algn="r">
              <a:defRPr sz="1050" b="1">
                <a:solidFill>
                  <a:srgbClr val="8DA5AE"/>
                </a:solidFill>
              </a:defRPr>
            </a:lvl1pPr>
            <a:lvl2pPr algn="r">
              <a:defRPr sz="1050" b="1">
                <a:solidFill>
                  <a:srgbClr val="8DA5AE"/>
                </a:solidFill>
              </a:defRPr>
            </a:lvl2pPr>
            <a:lvl3pPr algn="r">
              <a:defRPr sz="1050" b="1">
                <a:solidFill>
                  <a:srgbClr val="8DA5AE"/>
                </a:solidFill>
              </a:defRPr>
            </a:lvl3pPr>
            <a:lvl4pPr algn="r">
              <a:defRPr sz="1050" b="1">
                <a:solidFill>
                  <a:srgbClr val="8DA5AE"/>
                </a:solidFill>
              </a:defRPr>
            </a:lvl4pPr>
            <a:lvl5pPr algn="r">
              <a:defRPr sz="1050" b="1">
                <a:solidFill>
                  <a:srgbClr val="8DA5AE"/>
                </a:solidFill>
              </a:defRPr>
            </a:lvl5pPr>
            <a:lvl6pPr algn="r">
              <a:defRPr sz="1050" b="1">
                <a:solidFill>
                  <a:srgbClr val="8DA5AE"/>
                </a:solidFill>
              </a:defRPr>
            </a:lvl6pPr>
            <a:lvl7pPr algn="r">
              <a:defRPr sz="1050" b="1">
                <a:solidFill>
                  <a:srgbClr val="8DA5AE"/>
                </a:solidFill>
              </a:defRPr>
            </a:lvl7pPr>
            <a:lvl8pPr algn="r">
              <a:defRPr sz="1050" b="1">
                <a:solidFill>
                  <a:srgbClr val="8DA5AE"/>
                </a:solidFill>
              </a:defRPr>
            </a:lvl8pPr>
            <a:lvl9pPr algn="r">
              <a:defRPr sz="1050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8DA5AE"/>
                </a:solidFill>
              </a:defRPr>
            </a:pPr>
            <a:r>
              <a:rPr sz="1050" b="1">
                <a:solidFill>
                  <a:srgbClr val="8DA5A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A2AB6-E85F-4AE6-B9FA-E2625DF1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15E7A56-CCAE-4766-82ED-CF0B39C9DE91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e713e2763143c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E2DF6-E52B-49C7-8078-BF9DD98E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048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59AC4-D50C-46C4-9674-BE556F30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4FAFB"/>
                </a:solidFill>
              </a:defRPr>
            </a:defPPr>
            <a:lvl1pPr algn="l">
              <a:defRPr sz="2625" b="1">
                <a:solidFill>
                  <a:srgbClr val="F4FAFB"/>
                </a:solidFill>
              </a:defRPr>
            </a:lvl1pPr>
            <a:lvl2pPr algn="l">
              <a:defRPr sz="2625" b="1">
                <a:solidFill>
                  <a:srgbClr val="F4FAFB"/>
                </a:solidFill>
              </a:defRPr>
            </a:lvl2pPr>
            <a:lvl3pPr algn="l">
              <a:defRPr sz="2625" b="1">
                <a:solidFill>
                  <a:srgbClr val="F4FAFB"/>
                </a:solidFill>
              </a:defRPr>
            </a:lvl3pPr>
            <a:lvl4pPr algn="l">
              <a:defRPr sz="2625" b="1">
                <a:solidFill>
                  <a:srgbClr val="F4FAFB"/>
                </a:solidFill>
              </a:defRPr>
            </a:lvl4pPr>
            <a:lvl5pPr algn="l">
              <a:defRPr sz="2625" b="1">
                <a:solidFill>
                  <a:srgbClr val="F4FAFB"/>
                </a:solidFill>
              </a:defRPr>
            </a:lvl5pPr>
            <a:lvl6pPr algn="l">
              <a:defRPr sz="2625" b="1">
                <a:solidFill>
                  <a:srgbClr val="F4FAFB"/>
                </a:solidFill>
              </a:defRPr>
            </a:lvl6pPr>
            <a:lvl7pPr algn="l">
              <a:defRPr sz="2625" b="1">
                <a:solidFill>
                  <a:srgbClr val="F4FAFB"/>
                </a:solidFill>
              </a:defRPr>
            </a:lvl7pPr>
            <a:lvl8pPr algn="l">
              <a:defRPr sz="2625" b="1">
                <a:solidFill>
                  <a:srgbClr val="F4FAFB"/>
                </a:solidFill>
              </a:defRPr>
            </a:lvl8pPr>
            <a:lvl9pPr algn="l">
              <a:defRPr sz="26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AFB"/>
                </a:solidFill>
              </a:defRPr>
            </a:pPr>
            <a:r>
              <a:rPr sz="2625" b="1">
                <a:solidFill>
                  <a:srgbClr val="F4FAFB"/>
                </a:solidFill>
              </a:rPr>
              <a:t>12,3 %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6A3EA-0A4B-44CB-8950-70F34643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5D0B1"/>
                </a:solidFill>
              </a:defRPr>
            </a:defPPr>
            <a:lvl1pPr algn="l">
              <a:defRPr sz="1125" b="1">
                <a:solidFill>
                  <a:srgbClr val="25D0B1"/>
                </a:solidFill>
              </a:defRPr>
            </a:lvl1pPr>
            <a:lvl2pPr algn="l">
              <a:defRPr sz="1125" b="1">
                <a:solidFill>
                  <a:srgbClr val="25D0B1"/>
                </a:solidFill>
              </a:defRPr>
            </a:lvl2pPr>
            <a:lvl3pPr algn="l">
              <a:defRPr sz="1125" b="1">
                <a:solidFill>
                  <a:srgbClr val="25D0B1"/>
                </a:solidFill>
              </a:defRPr>
            </a:lvl3pPr>
            <a:lvl4pPr algn="l">
              <a:defRPr sz="1125" b="1">
                <a:solidFill>
                  <a:srgbClr val="25D0B1"/>
                </a:solidFill>
              </a:defRPr>
            </a:lvl4pPr>
            <a:lvl5pPr algn="l">
              <a:defRPr sz="1125" b="1">
                <a:solidFill>
                  <a:srgbClr val="25D0B1"/>
                </a:solidFill>
              </a:defRPr>
            </a:lvl5pPr>
            <a:lvl6pPr algn="l">
              <a:defRPr sz="1125" b="1">
                <a:solidFill>
                  <a:srgbClr val="25D0B1"/>
                </a:solidFill>
              </a:defRPr>
            </a:lvl6pPr>
            <a:lvl7pPr algn="l">
              <a:defRPr sz="1125" b="1">
                <a:solidFill>
                  <a:srgbClr val="25D0B1"/>
                </a:solidFill>
              </a:defRPr>
            </a:lvl7pPr>
            <a:lvl8pPr algn="l">
              <a:defRPr sz="1125" b="1">
                <a:solidFill>
                  <a:srgbClr val="25D0B1"/>
                </a:solidFill>
              </a:defRPr>
            </a:lvl8pPr>
            <a:lvl9pPr algn="l">
              <a:defRPr sz="1125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5D0B1"/>
                </a:solidFill>
              </a:defRPr>
            </a:pPr>
            <a:r>
              <a:rPr sz="1125" b="1">
                <a:solidFill>
                  <a:srgbClr val="25D0B1"/>
                </a:solidFill>
              </a:rPr>
              <a:t>MEJORA · 6 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2A166-B550-4592-A875-AA1B218D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3048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6057B-407D-42E9-BBF1-5186DAE7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8050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4FAFB"/>
                </a:solidFill>
              </a:defRPr>
            </a:defPPr>
            <a:lvl1pPr algn="l">
              <a:defRPr sz="2625" b="1">
                <a:solidFill>
                  <a:srgbClr val="F4FAFB"/>
                </a:solidFill>
              </a:defRPr>
            </a:lvl1pPr>
            <a:lvl2pPr algn="l">
              <a:defRPr sz="2625" b="1">
                <a:solidFill>
                  <a:srgbClr val="F4FAFB"/>
                </a:solidFill>
              </a:defRPr>
            </a:lvl2pPr>
            <a:lvl3pPr algn="l">
              <a:defRPr sz="2625" b="1">
                <a:solidFill>
                  <a:srgbClr val="F4FAFB"/>
                </a:solidFill>
              </a:defRPr>
            </a:lvl3pPr>
            <a:lvl4pPr algn="l">
              <a:defRPr sz="2625" b="1">
                <a:solidFill>
                  <a:srgbClr val="F4FAFB"/>
                </a:solidFill>
              </a:defRPr>
            </a:lvl4pPr>
            <a:lvl5pPr algn="l">
              <a:defRPr sz="2625" b="1">
                <a:solidFill>
                  <a:srgbClr val="F4FAFB"/>
                </a:solidFill>
              </a:defRPr>
            </a:lvl5pPr>
            <a:lvl6pPr algn="l">
              <a:defRPr sz="2625" b="1">
                <a:solidFill>
                  <a:srgbClr val="F4FAFB"/>
                </a:solidFill>
              </a:defRPr>
            </a:lvl6pPr>
            <a:lvl7pPr algn="l">
              <a:defRPr sz="2625" b="1">
                <a:solidFill>
                  <a:srgbClr val="F4FAFB"/>
                </a:solidFill>
              </a:defRPr>
            </a:lvl7pPr>
            <a:lvl8pPr algn="l">
              <a:defRPr sz="2625" b="1">
                <a:solidFill>
                  <a:srgbClr val="F4FAFB"/>
                </a:solidFill>
              </a:defRPr>
            </a:lvl8pPr>
            <a:lvl9pPr algn="l">
              <a:defRPr sz="26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AFB"/>
                </a:solidFill>
              </a:defRPr>
            </a:pPr>
            <a:r>
              <a:rPr sz="2625" b="1">
                <a:solidFill>
                  <a:srgbClr val="F4FAFB"/>
                </a:solidFill>
              </a:rPr>
              <a:t>5,1 %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6A59F-298D-4332-9E0C-A3BB8AEF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2A8FF"/>
                </a:solidFill>
              </a:defRPr>
            </a:defPPr>
            <a:lvl1pPr algn="l">
              <a:defRPr sz="1125" b="1">
                <a:solidFill>
                  <a:srgbClr val="52A8FF"/>
                </a:solidFill>
              </a:defRPr>
            </a:lvl1pPr>
            <a:lvl2pPr algn="l">
              <a:defRPr sz="1125" b="1">
                <a:solidFill>
                  <a:srgbClr val="52A8FF"/>
                </a:solidFill>
              </a:defRPr>
            </a:lvl2pPr>
            <a:lvl3pPr algn="l">
              <a:defRPr sz="1125" b="1">
                <a:solidFill>
                  <a:srgbClr val="52A8FF"/>
                </a:solidFill>
              </a:defRPr>
            </a:lvl3pPr>
            <a:lvl4pPr algn="l">
              <a:defRPr sz="1125" b="1">
                <a:solidFill>
                  <a:srgbClr val="52A8FF"/>
                </a:solidFill>
              </a:defRPr>
            </a:lvl4pPr>
            <a:lvl5pPr algn="l">
              <a:defRPr sz="1125" b="1">
                <a:solidFill>
                  <a:srgbClr val="52A8FF"/>
                </a:solidFill>
              </a:defRPr>
            </a:lvl5pPr>
            <a:lvl6pPr algn="l">
              <a:defRPr sz="1125" b="1">
                <a:solidFill>
                  <a:srgbClr val="52A8FF"/>
                </a:solidFill>
              </a:defRPr>
            </a:lvl6pPr>
            <a:lvl7pPr algn="l">
              <a:defRPr sz="1125" b="1">
                <a:solidFill>
                  <a:srgbClr val="52A8FF"/>
                </a:solidFill>
              </a:defRPr>
            </a:lvl7pPr>
            <a:lvl8pPr algn="l">
              <a:defRPr sz="1125" b="1">
                <a:solidFill>
                  <a:srgbClr val="52A8FF"/>
                </a:solidFill>
              </a:defRPr>
            </a:lvl8pPr>
            <a:lvl9pPr algn="l">
              <a:defRPr sz="1125" b="1">
                <a:solidFill>
                  <a:srgbClr val="52A8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A8FF"/>
                </a:solidFill>
              </a:defRPr>
            </a:pPr>
            <a:r>
              <a:rPr sz="1125" b="1">
                <a:solidFill>
                  <a:srgbClr val="52A8FF"/>
                </a:solidFill>
              </a:rPr>
              <a:t>MEJORA · 12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5E7A5-4585-4551-BF98-2E19E139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048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22C"/>
          </a:solidFill>
          <a:ln xmlns:a="http://schemas.openxmlformats.org/drawingml/2006/main" w="9525">
            <a:solidFill>
              <a:srgbClr val="244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16707-036B-4E4D-8C37-C0A86094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33950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4FAFB"/>
                </a:solidFill>
              </a:defRPr>
            </a:defPPr>
            <a:lvl1pPr algn="l">
              <a:defRPr sz="2625" b="1">
                <a:solidFill>
                  <a:srgbClr val="F4FAFB"/>
                </a:solidFill>
              </a:defRPr>
            </a:lvl1pPr>
            <a:lvl2pPr algn="l">
              <a:defRPr sz="2625" b="1">
                <a:solidFill>
                  <a:srgbClr val="F4FAFB"/>
                </a:solidFill>
              </a:defRPr>
            </a:lvl2pPr>
            <a:lvl3pPr algn="l">
              <a:defRPr sz="2625" b="1">
                <a:solidFill>
                  <a:srgbClr val="F4FAFB"/>
                </a:solidFill>
              </a:defRPr>
            </a:lvl3pPr>
            <a:lvl4pPr algn="l">
              <a:defRPr sz="2625" b="1">
                <a:solidFill>
                  <a:srgbClr val="F4FAFB"/>
                </a:solidFill>
              </a:defRPr>
            </a:lvl4pPr>
            <a:lvl5pPr algn="l">
              <a:defRPr sz="2625" b="1">
                <a:solidFill>
                  <a:srgbClr val="F4FAFB"/>
                </a:solidFill>
              </a:defRPr>
            </a:lvl5pPr>
            <a:lvl6pPr algn="l">
              <a:defRPr sz="2625" b="1">
                <a:solidFill>
                  <a:srgbClr val="F4FAFB"/>
                </a:solidFill>
              </a:defRPr>
            </a:lvl6pPr>
            <a:lvl7pPr algn="l">
              <a:defRPr sz="2625" b="1">
                <a:solidFill>
                  <a:srgbClr val="F4FAFB"/>
                </a:solidFill>
              </a:defRPr>
            </a:lvl7pPr>
            <a:lvl8pPr algn="l">
              <a:defRPr sz="2625" b="1">
                <a:solidFill>
                  <a:srgbClr val="F4FAFB"/>
                </a:solidFill>
              </a:defRPr>
            </a:lvl8pPr>
            <a:lvl9pPr algn="l">
              <a:defRPr sz="26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AFB"/>
                </a:solidFill>
              </a:defRPr>
            </a:pPr>
            <a:r>
              <a:rPr sz="2625" b="1">
                <a:solidFill>
                  <a:srgbClr val="F4FAFB"/>
                </a:solidFill>
              </a:rPr>
              <a:t>6,9 %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18555-24C1-4156-969E-82EF7612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864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B449"/>
                </a:solidFill>
              </a:defRPr>
            </a:defPPr>
            <a:lvl1pPr algn="l">
              <a:defRPr sz="1125" b="1">
                <a:solidFill>
                  <a:srgbClr val="FFB449"/>
                </a:solidFill>
              </a:defRPr>
            </a:lvl1pPr>
            <a:lvl2pPr algn="l">
              <a:defRPr sz="1125" b="1">
                <a:solidFill>
                  <a:srgbClr val="FFB449"/>
                </a:solidFill>
              </a:defRPr>
            </a:lvl2pPr>
            <a:lvl3pPr algn="l">
              <a:defRPr sz="1125" b="1">
                <a:solidFill>
                  <a:srgbClr val="FFB449"/>
                </a:solidFill>
              </a:defRPr>
            </a:lvl3pPr>
            <a:lvl4pPr algn="l">
              <a:defRPr sz="1125" b="1">
                <a:solidFill>
                  <a:srgbClr val="FFB449"/>
                </a:solidFill>
              </a:defRPr>
            </a:lvl4pPr>
            <a:lvl5pPr algn="l">
              <a:defRPr sz="1125" b="1">
                <a:solidFill>
                  <a:srgbClr val="FFB449"/>
                </a:solidFill>
              </a:defRPr>
            </a:lvl5pPr>
            <a:lvl6pPr algn="l">
              <a:defRPr sz="1125" b="1">
                <a:solidFill>
                  <a:srgbClr val="FFB449"/>
                </a:solidFill>
              </a:defRPr>
            </a:lvl6pPr>
            <a:lvl7pPr algn="l">
              <a:defRPr sz="1125" b="1">
                <a:solidFill>
                  <a:srgbClr val="FFB449"/>
                </a:solidFill>
              </a:defRPr>
            </a:lvl7pPr>
            <a:lvl8pPr algn="l">
              <a:defRPr sz="1125" b="1">
                <a:solidFill>
                  <a:srgbClr val="FFB449"/>
                </a:solidFill>
              </a:defRPr>
            </a:lvl8pPr>
            <a:lvl9pPr algn="l">
              <a:defRPr sz="1125" b="1">
                <a:solidFill>
                  <a:srgbClr val="FFB449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B449"/>
                </a:solidFill>
              </a:defRPr>
            </a:pPr>
            <a:r>
              <a:rPr sz="1125" b="1">
                <a:solidFill>
                  <a:srgbClr val="FFB449"/>
                </a:solidFill>
              </a:rPr>
              <a:t>MEJORA · 24 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2BA0F-B7D5-4257-980C-3D03B220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8167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8DA5AE"/>
                </a:solidFill>
              </a:defRPr>
            </a:defPPr>
            <a:lvl1pPr algn="l">
              <a:defRPr sz="1050" b="0">
                <a:solidFill>
                  <a:srgbClr val="8DA5AE"/>
                </a:solidFill>
              </a:defRPr>
            </a:lvl1pPr>
            <a:lvl2pPr algn="l">
              <a:defRPr sz="1050" b="0">
                <a:solidFill>
                  <a:srgbClr val="8DA5AE"/>
                </a:solidFill>
              </a:defRPr>
            </a:lvl2pPr>
            <a:lvl3pPr algn="l">
              <a:defRPr sz="1050" b="0">
                <a:solidFill>
                  <a:srgbClr val="8DA5AE"/>
                </a:solidFill>
              </a:defRPr>
            </a:lvl3pPr>
            <a:lvl4pPr algn="l">
              <a:defRPr sz="1050" b="0">
                <a:solidFill>
                  <a:srgbClr val="8DA5AE"/>
                </a:solidFill>
              </a:defRPr>
            </a:lvl4pPr>
            <a:lvl5pPr algn="l">
              <a:defRPr sz="1050" b="0">
                <a:solidFill>
                  <a:srgbClr val="8DA5AE"/>
                </a:solidFill>
              </a:defRPr>
            </a:lvl5pPr>
            <a:lvl6pPr algn="l">
              <a:defRPr sz="1050" b="0">
                <a:solidFill>
                  <a:srgbClr val="8DA5AE"/>
                </a:solidFill>
              </a:defRPr>
            </a:lvl6pPr>
            <a:lvl7pPr algn="l">
              <a:defRPr sz="1050" b="0">
                <a:solidFill>
                  <a:srgbClr val="8DA5AE"/>
                </a:solidFill>
              </a:defRPr>
            </a:lvl7pPr>
            <a:lvl8pPr algn="l">
              <a:defRPr sz="1050" b="0">
                <a:solidFill>
                  <a:srgbClr val="8DA5AE"/>
                </a:solidFill>
              </a:defRPr>
            </a:lvl8pPr>
            <a:lvl9pPr algn="l">
              <a:defRPr sz="105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DA5AE"/>
                </a:solidFill>
              </a:defRPr>
            </a:pPr>
            <a:r>
              <a:rPr sz="1050" b="0">
                <a:solidFill>
                  <a:srgbClr val="8DA5AE"/>
                </a:solidFill>
              </a:rPr>
              <a:t>MAE en MW · 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1633360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61F2A-96AB-4A21-9B9E-91BA7B08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D0B1"/>
                </a:solidFill>
              </a:defRPr>
            </a:defPPr>
            <a:lvl1pPr algn="l">
              <a:defRPr sz="900" b="1">
                <a:solidFill>
                  <a:srgbClr val="25D0B1"/>
                </a:solidFill>
              </a:defRPr>
            </a:lvl1pPr>
            <a:lvl2pPr algn="l">
              <a:defRPr sz="900" b="1">
                <a:solidFill>
                  <a:srgbClr val="25D0B1"/>
                </a:solidFill>
              </a:defRPr>
            </a:lvl2pPr>
            <a:lvl3pPr algn="l">
              <a:defRPr sz="900" b="1">
                <a:solidFill>
                  <a:srgbClr val="25D0B1"/>
                </a:solidFill>
              </a:defRPr>
            </a:lvl3pPr>
            <a:lvl4pPr algn="l">
              <a:defRPr sz="900" b="1">
                <a:solidFill>
                  <a:srgbClr val="25D0B1"/>
                </a:solidFill>
              </a:defRPr>
            </a:lvl4pPr>
            <a:lvl5pPr algn="l">
              <a:defRPr sz="900" b="1">
                <a:solidFill>
                  <a:srgbClr val="25D0B1"/>
                </a:solidFill>
              </a:defRPr>
            </a:lvl5pPr>
            <a:lvl6pPr algn="l">
              <a:defRPr sz="900" b="1">
                <a:solidFill>
                  <a:srgbClr val="25D0B1"/>
                </a:solidFill>
              </a:defRPr>
            </a:lvl6pPr>
            <a:lvl7pPr algn="l">
              <a:defRPr sz="900" b="1">
                <a:solidFill>
                  <a:srgbClr val="25D0B1"/>
                </a:solidFill>
              </a:defRPr>
            </a:lvl7pPr>
            <a:lvl8pPr algn="l">
              <a:defRPr sz="900" b="1">
                <a:solidFill>
                  <a:srgbClr val="25D0B1"/>
                </a:solidFill>
              </a:defRPr>
            </a:lvl8pPr>
            <a:lvl9pPr algn="l">
              <a:defRPr sz="9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D0B1"/>
                </a:solidFill>
              </a:defRPr>
            </a:pPr>
            <a:r>
              <a:rPr sz="900" b="1">
                <a:solidFill>
                  <a:srgbClr val="25D0B1"/>
                </a:solidFill>
              </a:rPr>
              <a:t>07 · EXPERIMENTO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E23A2-8385-4BC5-8DF0-21066648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AFB"/>
                </a:solidFill>
              </a:defRPr>
            </a:defPPr>
            <a:lvl1pPr algn="l">
              <a:defRPr sz="2550" b="1">
                <a:solidFill>
                  <a:srgbClr val="F4FAFB"/>
                </a:solidFill>
              </a:defRPr>
            </a:lvl1pPr>
            <a:lvl2pPr algn="l">
              <a:defRPr sz="2550" b="1">
                <a:solidFill>
                  <a:srgbClr val="F4FAFB"/>
                </a:solidFill>
              </a:defRPr>
            </a:lvl2pPr>
            <a:lvl3pPr algn="l">
              <a:defRPr sz="2550" b="1">
                <a:solidFill>
                  <a:srgbClr val="F4FAFB"/>
                </a:solidFill>
              </a:defRPr>
            </a:lvl3pPr>
            <a:lvl4pPr algn="l">
              <a:defRPr sz="2550" b="1">
                <a:solidFill>
                  <a:srgbClr val="F4FAFB"/>
                </a:solidFill>
              </a:defRPr>
            </a:lvl4pPr>
            <a:lvl5pPr algn="l">
              <a:defRPr sz="2550" b="1">
                <a:solidFill>
                  <a:srgbClr val="F4FAFB"/>
                </a:solidFill>
              </a:defRPr>
            </a:lvl5pPr>
            <a:lvl6pPr algn="l">
              <a:defRPr sz="2550" b="1">
                <a:solidFill>
                  <a:srgbClr val="F4FAFB"/>
                </a:solidFill>
              </a:defRPr>
            </a:lvl6pPr>
            <a:lvl7pPr algn="l">
              <a:defRPr sz="2550" b="1">
                <a:solidFill>
                  <a:srgbClr val="F4FAFB"/>
                </a:solidFill>
              </a:defRPr>
            </a:lvl7pPr>
            <a:lvl8pPr algn="l">
              <a:defRPr sz="2550" b="1">
                <a:solidFill>
                  <a:srgbClr val="F4FAFB"/>
                </a:solidFill>
              </a:defRPr>
            </a:lvl8pPr>
            <a:lvl9pPr algn="l">
              <a:defRPr sz="25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Corrección de reprogramación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66EED-F299-495D-B251-365A9B8E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8DA5AE"/>
                </a:solidFill>
              </a:defRPr>
            </a:defPPr>
            <a:lvl1pPr algn="r">
              <a:defRPr sz="1050" b="1">
                <a:solidFill>
                  <a:srgbClr val="8DA5AE"/>
                </a:solidFill>
              </a:defRPr>
            </a:lvl1pPr>
            <a:lvl2pPr algn="r">
              <a:defRPr sz="1050" b="1">
                <a:solidFill>
                  <a:srgbClr val="8DA5AE"/>
                </a:solidFill>
              </a:defRPr>
            </a:lvl2pPr>
            <a:lvl3pPr algn="r">
              <a:defRPr sz="1050" b="1">
                <a:solidFill>
                  <a:srgbClr val="8DA5AE"/>
                </a:solidFill>
              </a:defRPr>
            </a:lvl3pPr>
            <a:lvl4pPr algn="r">
              <a:defRPr sz="1050" b="1">
                <a:solidFill>
                  <a:srgbClr val="8DA5AE"/>
                </a:solidFill>
              </a:defRPr>
            </a:lvl4pPr>
            <a:lvl5pPr algn="r">
              <a:defRPr sz="1050" b="1">
                <a:solidFill>
                  <a:srgbClr val="8DA5AE"/>
                </a:solidFill>
              </a:defRPr>
            </a:lvl5pPr>
            <a:lvl6pPr algn="r">
              <a:defRPr sz="1050" b="1">
                <a:solidFill>
                  <a:srgbClr val="8DA5AE"/>
                </a:solidFill>
              </a:defRPr>
            </a:lvl6pPr>
            <a:lvl7pPr algn="r">
              <a:defRPr sz="1050" b="1">
                <a:solidFill>
                  <a:srgbClr val="8DA5AE"/>
                </a:solidFill>
              </a:defRPr>
            </a:lvl7pPr>
            <a:lvl8pPr algn="r">
              <a:defRPr sz="1050" b="1">
                <a:solidFill>
                  <a:srgbClr val="8DA5AE"/>
                </a:solidFill>
              </a:defRPr>
            </a:lvl8pPr>
            <a:lvl9pPr algn="r">
              <a:defRPr sz="1050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8DA5AE"/>
                </a:solidFill>
              </a:defRPr>
            </a:pPr>
            <a:r>
              <a:rPr sz="1050" b="1">
                <a:solidFill>
                  <a:srgbClr val="8DA5A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6172E-D531-47A3-9C04-0AF911C0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41271F1-0574-4347-9893-EE2CC16FC6DF}"/>
              </a:ext>
            </a:extLst>
          </p:cNvPr>
          <p:cNvGraphicFramePr/>
          <p:nvPr/>
        </p:nvGraphicFramePr>
        <p:xfrm>
          <a:off xmlns:a="http://schemas.openxmlformats.org/drawingml/2006/main" x="628650" y="1581150"/>
          <a:ext xmlns:a="http://schemas.openxmlformats.org/drawingml/2006/main" cx="6858000" cy="3848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3b3fb9d99c476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5FEF5-B96C-48A4-A5E0-E6DDC3D5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5D0B1"/>
                </a:solidFill>
              </a:defRPr>
            </a:defPPr>
            <a:lvl1pPr algn="l">
              <a:defRPr sz="1350" b="1">
                <a:solidFill>
                  <a:srgbClr val="25D0B1"/>
                </a:solidFill>
              </a:defRPr>
            </a:lvl1pPr>
            <a:lvl2pPr algn="l">
              <a:defRPr sz="1350" b="1">
                <a:solidFill>
                  <a:srgbClr val="25D0B1"/>
                </a:solidFill>
              </a:defRPr>
            </a:lvl2pPr>
            <a:lvl3pPr algn="l">
              <a:defRPr sz="1350" b="1">
                <a:solidFill>
                  <a:srgbClr val="25D0B1"/>
                </a:solidFill>
              </a:defRPr>
            </a:lvl3pPr>
            <a:lvl4pPr algn="l">
              <a:defRPr sz="1350" b="1">
                <a:solidFill>
                  <a:srgbClr val="25D0B1"/>
                </a:solidFill>
              </a:defRPr>
            </a:lvl4pPr>
            <a:lvl5pPr algn="l">
              <a:defRPr sz="1350" b="1">
                <a:solidFill>
                  <a:srgbClr val="25D0B1"/>
                </a:solidFill>
              </a:defRPr>
            </a:lvl5pPr>
            <a:lvl6pPr algn="l">
              <a:defRPr sz="1350" b="1">
                <a:solidFill>
                  <a:srgbClr val="25D0B1"/>
                </a:solidFill>
              </a:defRPr>
            </a:lvl6pPr>
            <a:lvl7pPr algn="l">
              <a:defRPr sz="1350" b="1">
                <a:solidFill>
                  <a:srgbClr val="25D0B1"/>
                </a:solidFill>
              </a:defRPr>
            </a:lvl7pPr>
            <a:lvl8pPr algn="l">
              <a:defRPr sz="1350" b="1">
                <a:solidFill>
                  <a:srgbClr val="25D0B1"/>
                </a:solidFill>
              </a:defRPr>
            </a:lvl8pPr>
            <a:lvl9pPr algn="l">
              <a:defRPr sz="135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5D0B1"/>
                </a:solidFill>
              </a:defRPr>
            </a:pPr>
            <a:r>
              <a:rPr sz="1350" b="1">
                <a:solidFill>
                  <a:srgbClr val="25D0B1"/>
                </a:solidFill>
              </a:rPr>
              <a:t>Potencial histórico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F9A9A-625C-48C2-B434-5B3995EF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241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4FAFB"/>
                </a:solidFill>
              </a:defRPr>
            </a:defPPr>
            <a:lvl1pPr algn="l">
              <a:defRPr sz="2700" b="1">
                <a:solidFill>
                  <a:srgbClr val="F4FAFB"/>
                </a:solidFill>
              </a:defRPr>
            </a:lvl1pPr>
            <a:lvl2pPr algn="l">
              <a:defRPr sz="2700" b="1">
                <a:solidFill>
                  <a:srgbClr val="F4FAFB"/>
                </a:solidFill>
              </a:defRPr>
            </a:lvl2pPr>
            <a:lvl3pPr algn="l">
              <a:defRPr sz="2700" b="1">
                <a:solidFill>
                  <a:srgbClr val="F4FAFB"/>
                </a:solidFill>
              </a:defRPr>
            </a:lvl3pPr>
            <a:lvl4pPr algn="l">
              <a:defRPr sz="2700" b="1">
                <a:solidFill>
                  <a:srgbClr val="F4FAFB"/>
                </a:solidFill>
              </a:defRPr>
            </a:lvl4pPr>
            <a:lvl5pPr algn="l">
              <a:defRPr sz="2700" b="1">
                <a:solidFill>
                  <a:srgbClr val="F4FAFB"/>
                </a:solidFill>
              </a:defRPr>
            </a:lvl5pPr>
            <a:lvl6pPr algn="l">
              <a:defRPr sz="2700" b="1">
                <a:solidFill>
                  <a:srgbClr val="F4FAFB"/>
                </a:solidFill>
              </a:defRPr>
            </a:lvl6pPr>
            <a:lvl7pPr algn="l">
              <a:defRPr sz="2700" b="1">
                <a:solidFill>
                  <a:srgbClr val="F4FAFB"/>
                </a:solidFill>
              </a:defRPr>
            </a:lvl7pPr>
            <a:lvl8pPr algn="l">
              <a:defRPr sz="2700" b="1">
                <a:solidFill>
                  <a:srgbClr val="F4FAFB"/>
                </a:solidFill>
              </a:defRPr>
            </a:lvl8pPr>
            <a:lvl9pPr algn="l">
              <a:defRPr sz="270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AFB"/>
                </a:solidFill>
              </a:defRPr>
            </a:pPr>
            <a:r>
              <a:rPr sz="2700" b="1">
                <a:solidFill>
                  <a:srgbClr val="F4FAFB"/>
                </a:solidFill>
              </a:rPr>
              <a:t>3,7 %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63F12-7E0D-4AEF-9C32-64270DC8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8DA5AE"/>
                </a:solidFill>
              </a:defRPr>
            </a:defPPr>
            <a:lvl1pPr algn="l">
              <a:defRPr sz="1200" b="0">
                <a:solidFill>
                  <a:srgbClr val="8DA5AE"/>
                </a:solidFill>
              </a:defRPr>
            </a:lvl1pPr>
            <a:lvl2pPr algn="l">
              <a:defRPr sz="1200" b="0">
                <a:solidFill>
                  <a:srgbClr val="8DA5AE"/>
                </a:solidFill>
              </a:defRPr>
            </a:lvl2pPr>
            <a:lvl3pPr algn="l">
              <a:defRPr sz="1200" b="0">
                <a:solidFill>
                  <a:srgbClr val="8DA5AE"/>
                </a:solidFill>
              </a:defRPr>
            </a:lvl3pPr>
            <a:lvl4pPr algn="l">
              <a:defRPr sz="1200" b="0">
                <a:solidFill>
                  <a:srgbClr val="8DA5AE"/>
                </a:solidFill>
              </a:defRPr>
            </a:lvl4pPr>
            <a:lvl5pPr algn="l">
              <a:defRPr sz="1200" b="0">
                <a:solidFill>
                  <a:srgbClr val="8DA5AE"/>
                </a:solidFill>
              </a:defRPr>
            </a:lvl5pPr>
            <a:lvl6pPr algn="l">
              <a:defRPr sz="1200" b="0">
                <a:solidFill>
                  <a:srgbClr val="8DA5AE"/>
                </a:solidFill>
              </a:defRPr>
            </a:lvl6pPr>
            <a:lvl7pPr algn="l">
              <a:defRPr sz="1200" b="0">
                <a:solidFill>
                  <a:srgbClr val="8DA5AE"/>
                </a:solidFill>
              </a:defRPr>
            </a:lvl7pPr>
            <a:lvl8pPr algn="l">
              <a:defRPr sz="1200" b="0">
                <a:solidFill>
                  <a:srgbClr val="8DA5AE"/>
                </a:solidFill>
              </a:defRPr>
            </a:lvl8pPr>
            <a:lvl9pPr algn="l">
              <a:defRPr sz="120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DA5AE"/>
                </a:solidFill>
              </a:defRPr>
            </a:pPr>
            <a:r>
              <a:rPr sz="1200" b="0">
                <a:solidFill>
                  <a:srgbClr val="8DA5AE"/>
                </a:solidFill>
              </a:rPr>
              <a:t>mejora a 6 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8A645-C6DD-4C46-8E59-25979081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4FAFB"/>
                </a:solidFill>
              </a:defRPr>
            </a:defPPr>
            <a:lvl1pPr algn="l">
              <a:defRPr sz="2700" b="1">
                <a:solidFill>
                  <a:srgbClr val="F4FAFB"/>
                </a:solidFill>
              </a:defRPr>
            </a:lvl1pPr>
            <a:lvl2pPr algn="l">
              <a:defRPr sz="2700" b="1">
                <a:solidFill>
                  <a:srgbClr val="F4FAFB"/>
                </a:solidFill>
              </a:defRPr>
            </a:lvl2pPr>
            <a:lvl3pPr algn="l">
              <a:defRPr sz="2700" b="1">
                <a:solidFill>
                  <a:srgbClr val="F4FAFB"/>
                </a:solidFill>
              </a:defRPr>
            </a:lvl3pPr>
            <a:lvl4pPr algn="l">
              <a:defRPr sz="2700" b="1">
                <a:solidFill>
                  <a:srgbClr val="F4FAFB"/>
                </a:solidFill>
              </a:defRPr>
            </a:lvl4pPr>
            <a:lvl5pPr algn="l">
              <a:defRPr sz="2700" b="1">
                <a:solidFill>
                  <a:srgbClr val="F4FAFB"/>
                </a:solidFill>
              </a:defRPr>
            </a:lvl5pPr>
            <a:lvl6pPr algn="l">
              <a:defRPr sz="2700" b="1">
                <a:solidFill>
                  <a:srgbClr val="F4FAFB"/>
                </a:solidFill>
              </a:defRPr>
            </a:lvl6pPr>
            <a:lvl7pPr algn="l">
              <a:defRPr sz="2700" b="1">
                <a:solidFill>
                  <a:srgbClr val="F4FAFB"/>
                </a:solidFill>
              </a:defRPr>
            </a:lvl7pPr>
            <a:lvl8pPr algn="l">
              <a:defRPr sz="2700" b="1">
                <a:solidFill>
                  <a:srgbClr val="F4FAFB"/>
                </a:solidFill>
              </a:defRPr>
            </a:lvl8pPr>
            <a:lvl9pPr algn="l">
              <a:defRPr sz="270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AFB"/>
                </a:solidFill>
              </a:defRPr>
            </a:pPr>
            <a:r>
              <a:rPr sz="2700" b="1">
                <a:solidFill>
                  <a:srgbClr val="F4FAFB"/>
                </a:solidFill>
              </a:rPr>
              <a:t>6,4 %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4EA72-C5AF-49AB-A3BC-2DA9D09A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8DA5AE"/>
                </a:solidFill>
              </a:defRPr>
            </a:defPPr>
            <a:lvl1pPr algn="l">
              <a:defRPr sz="1200" b="0">
                <a:solidFill>
                  <a:srgbClr val="8DA5AE"/>
                </a:solidFill>
              </a:defRPr>
            </a:lvl1pPr>
            <a:lvl2pPr algn="l">
              <a:defRPr sz="1200" b="0">
                <a:solidFill>
                  <a:srgbClr val="8DA5AE"/>
                </a:solidFill>
              </a:defRPr>
            </a:lvl2pPr>
            <a:lvl3pPr algn="l">
              <a:defRPr sz="1200" b="0">
                <a:solidFill>
                  <a:srgbClr val="8DA5AE"/>
                </a:solidFill>
              </a:defRPr>
            </a:lvl3pPr>
            <a:lvl4pPr algn="l">
              <a:defRPr sz="1200" b="0">
                <a:solidFill>
                  <a:srgbClr val="8DA5AE"/>
                </a:solidFill>
              </a:defRPr>
            </a:lvl4pPr>
            <a:lvl5pPr algn="l">
              <a:defRPr sz="1200" b="0">
                <a:solidFill>
                  <a:srgbClr val="8DA5AE"/>
                </a:solidFill>
              </a:defRPr>
            </a:lvl5pPr>
            <a:lvl6pPr algn="l">
              <a:defRPr sz="1200" b="0">
                <a:solidFill>
                  <a:srgbClr val="8DA5AE"/>
                </a:solidFill>
              </a:defRPr>
            </a:lvl6pPr>
            <a:lvl7pPr algn="l">
              <a:defRPr sz="1200" b="0">
                <a:solidFill>
                  <a:srgbClr val="8DA5AE"/>
                </a:solidFill>
              </a:defRPr>
            </a:lvl7pPr>
            <a:lvl8pPr algn="l">
              <a:defRPr sz="1200" b="0">
                <a:solidFill>
                  <a:srgbClr val="8DA5AE"/>
                </a:solidFill>
              </a:defRPr>
            </a:lvl8pPr>
            <a:lvl9pPr algn="l">
              <a:defRPr sz="120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DA5AE"/>
                </a:solidFill>
              </a:defRPr>
            </a:pPr>
            <a:r>
              <a:rPr sz="1200" b="0">
                <a:solidFill>
                  <a:srgbClr val="8DA5AE"/>
                </a:solidFill>
              </a:rPr>
              <a:t>mejora a 12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8F80C-09DE-4F49-9C74-6B7EF77E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95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B449"/>
                </a:solidFill>
              </a:defRPr>
            </a:defPPr>
            <a:lvl1pPr algn="l">
              <a:defRPr sz="1200" b="1">
                <a:solidFill>
                  <a:srgbClr val="FFB449"/>
                </a:solidFill>
              </a:defRPr>
            </a:lvl1pPr>
            <a:lvl2pPr algn="l">
              <a:defRPr sz="1200" b="1">
                <a:solidFill>
                  <a:srgbClr val="FFB449"/>
                </a:solidFill>
              </a:defRPr>
            </a:lvl2pPr>
            <a:lvl3pPr algn="l">
              <a:defRPr sz="1200" b="1">
                <a:solidFill>
                  <a:srgbClr val="FFB449"/>
                </a:solidFill>
              </a:defRPr>
            </a:lvl3pPr>
            <a:lvl4pPr algn="l">
              <a:defRPr sz="1200" b="1">
                <a:solidFill>
                  <a:srgbClr val="FFB449"/>
                </a:solidFill>
              </a:defRPr>
            </a:lvl4pPr>
            <a:lvl5pPr algn="l">
              <a:defRPr sz="1200" b="1">
                <a:solidFill>
                  <a:srgbClr val="FFB449"/>
                </a:solidFill>
              </a:defRPr>
            </a:lvl5pPr>
            <a:lvl6pPr algn="l">
              <a:defRPr sz="1200" b="1">
                <a:solidFill>
                  <a:srgbClr val="FFB449"/>
                </a:solidFill>
              </a:defRPr>
            </a:lvl6pPr>
            <a:lvl7pPr algn="l">
              <a:defRPr sz="1200" b="1">
                <a:solidFill>
                  <a:srgbClr val="FFB449"/>
                </a:solidFill>
              </a:defRPr>
            </a:lvl7pPr>
            <a:lvl8pPr algn="l">
              <a:defRPr sz="1200" b="1">
                <a:solidFill>
                  <a:srgbClr val="FFB449"/>
                </a:solidFill>
              </a:defRPr>
            </a:lvl8pPr>
            <a:lvl9pPr algn="l">
              <a:defRPr sz="1200" b="1">
                <a:solidFill>
                  <a:srgbClr val="FFB449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B449"/>
                </a:solidFill>
              </a:defRPr>
            </a:pPr>
            <a:r>
              <a:rPr sz="1200" b="1">
                <a:solidFill>
                  <a:srgbClr val="FFB449"/>
                </a:solidFill>
              </a:rPr>
              <a:t>Validación operativa en curso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A69C6-F42C-4216-A52E-F0994643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8DA5AE"/>
                </a:solidFill>
              </a:defRPr>
            </a:defPPr>
            <a:lvl1pPr algn="l">
              <a:defRPr sz="1050" b="0">
                <a:solidFill>
                  <a:srgbClr val="8DA5AE"/>
                </a:solidFill>
              </a:defRPr>
            </a:lvl1pPr>
            <a:lvl2pPr algn="l">
              <a:defRPr sz="1050" b="0">
                <a:solidFill>
                  <a:srgbClr val="8DA5AE"/>
                </a:solidFill>
              </a:defRPr>
            </a:lvl2pPr>
            <a:lvl3pPr algn="l">
              <a:defRPr sz="1050" b="0">
                <a:solidFill>
                  <a:srgbClr val="8DA5AE"/>
                </a:solidFill>
              </a:defRPr>
            </a:lvl3pPr>
            <a:lvl4pPr algn="l">
              <a:defRPr sz="1050" b="0">
                <a:solidFill>
                  <a:srgbClr val="8DA5AE"/>
                </a:solidFill>
              </a:defRPr>
            </a:lvl4pPr>
            <a:lvl5pPr algn="l">
              <a:defRPr sz="1050" b="0">
                <a:solidFill>
                  <a:srgbClr val="8DA5AE"/>
                </a:solidFill>
              </a:defRPr>
            </a:lvl5pPr>
            <a:lvl6pPr algn="l">
              <a:defRPr sz="1050" b="0">
                <a:solidFill>
                  <a:srgbClr val="8DA5AE"/>
                </a:solidFill>
              </a:defRPr>
            </a:lvl6pPr>
            <a:lvl7pPr algn="l">
              <a:defRPr sz="1050" b="0">
                <a:solidFill>
                  <a:srgbClr val="8DA5AE"/>
                </a:solidFill>
              </a:defRPr>
            </a:lvl7pPr>
            <a:lvl8pPr algn="l">
              <a:defRPr sz="1050" b="0">
                <a:solidFill>
                  <a:srgbClr val="8DA5AE"/>
                </a:solidFill>
              </a:defRPr>
            </a:lvl8pPr>
            <a:lvl9pPr algn="l">
              <a:defRPr sz="1050" b="0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DA5AE"/>
                </a:solidFill>
              </a:defRPr>
            </a:pPr>
            <a:r>
              <a:rPr sz="1050" b="0">
                <a:solidFill>
                  <a:srgbClr val="8DA5AE"/>
                </a:solidFill>
              </a:rPr>
              <a:t>La versión histórica puede no conservar la hora original de publicación.</a:t>
            </a:r>
          </a:p>
        </p:txBody>
      </p:sp>
    </p:spTree>
    <p:extLst>
      <p:ext uri="{BB962C8B-B14F-4D97-AF65-F5344CB8AC3E}">
        <p14:creationId xmlns:p14="http://schemas.microsoft.com/office/powerpoint/2010/main" val="7651498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41E43-D318-4175-A9C5-8929FCB1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D0B1"/>
                </a:solidFill>
              </a:defRPr>
            </a:defPPr>
            <a:lvl1pPr algn="l">
              <a:defRPr sz="900" b="1">
                <a:solidFill>
                  <a:srgbClr val="25D0B1"/>
                </a:solidFill>
              </a:defRPr>
            </a:lvl1pPr>
            <a:lvl2pPr algn="l">
              <a:defRPr sz="900" b="1">
                <a:solidFill>
                  <a:srgbClr val="25D0B1"/>
                </a:solidFill>
              </a:defRPr>
            </a:lvl2pPr>
            <a:lvl3pPr algn="l">
              <a:defRPr sz="900" b="1">
                <a:solidFill>
                  <a:srgbClr val="25D0B1"/>
                </a:solidFill>
              </a:defRPr>
            </a:lvl3pPr>
            <a:lvl4pPr algn="l">
              <a:defRPr sz="900" b="1">
                <a:solidFill>
                  <a:srgbClr val="25D0B1"/>
                </a:solidFill>
              </a:defRPr>
            </a:lvl4pPr>
            <a:lvl5pPr algn="l">
              <a:defRPr sz="900" b="1">
                <a:solidFill>
                  <a:srgbClr val="25D0B1"/>
                </a:solidFill>
              </a:defRPr>
            </a:lvl5pPr>
            <a:lvl6pPr algn="l">
              <a:defRPr sz="900" b="1">
                <a:solidFill>
                  <a:srgbClr val="25D0B1"/>
                </a:solidFill>
              </a:defRPr>
            </a:lvl6pPr>
            <a:lvl7pPr algn="l">
              <a:defRPr sz="900" b="1">
                <a:solidFill>
                  <a:srgbClr val="25D0B1"/>
                </a:solidFill>
              </a:defRPr>
            </a:lvl7pPr>
            <a:lvl8pPr algn="l">
              <a:defRPr sz="900" b="1">
                <a:solidFill>
                  <a:srgbClr val="25D0B1"/>
                </a:solidFill>
              </a:defRPr>
            </a:lvl8pPr>
            <a:lvl9pPr algn="l">
              <a:defRPr sz="9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D0B1"/>
                </a:solidFill>
              </a:defRPr>
            </a:pPr>
            <a:r>
              <a:rPr sz="900" b="1">
                <a:solidFill>
                  <a:srgbClr val="25D0B1"/>
                </a:solidFill>
              </a:rPr>
              <a:t>08 ·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A09D5-70A5-40C3-AA56-507C66EA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AFB"/>
                </a:solidFill>
              </a:defRPr>
            </a:defPPr>
            <a:lvl1pPr algn="l">
              <a:defRPr sz="2550" b="1">
                <a:solidFill>
                  <a:srgbClr val="F4FAFB"/>
                </a:solidFill>
              </a:defRPr>
            </a:lvl1pPr>
            <a:lvl2pPr algn="l">
              <a:defRPr sz="2550" b="1">
                <a:solidFill>
                  <a:srgbClr val="F4FAFB"/>
                </a:solidFill>
              </a:defRPr>
            </a:lvl2pPr>
            <a:lvl3pPr algn="l">
              <a:defRPr sz="2550" b="1">
                <a:solidFill>
                  <a:srgbClr val="F4FAFB"/>
                </a:solidFill>
              </a:defRPr>
            </a:lvl3pPr>
            <a:lvl4pPr algn="l">
              <a:defRPr sz="2550" b="1">
                <a:solidFill>
                  <a:srgbClr val="F4FAFB"/>
                </a:solidFill>
              </a:defRPr>
            </a:lvl4pPr>
            <a:lvl5pPr algn="l">
              <a:defRPr sz="2550" b="1">
                <a:solidFill>
                  <a:srgbClr val="F4FAFB"/>
                </a:solidFill>
              </a:defRPr>
            </a:lvl5pPr>
            <a:lvl6pPr algn="l">
              <a:defRPr sz="2550" b="1">
                <a:solidFill>
                  <a:srgbClr val="F4FAFB"/>
                </a:solidFill>
              </a:defRPr>
            </a:lvl6pPr>
            <a:lvl7pPr algn="l">
              <a:defRPr sz="2550" b="1">
                <a:solidFill>
                  <a:srgbClr val="F4FAFB"/>
                </a:solidFill>
              </a:defRPr>
            </a:lvl7pPr>
            <a:lvl8pPr algn="l">
              <a:defRPr sz="2550" b="1">
                <a:solidFill>
                  <a:srgbClr val="F4FAFB"/>
                </a:solidFill>
              </a:defRPr>
            </a:lvl8pPr>
            <a:lvl9pPr algn="l">
              <a:defRPr sz="25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Panel de seguimiento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EC001-F302-4F37-993A-4726B74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8DA5AE"/>
                </a:solidFill>
              </a:defRPr>
            </a:defPPr>
            <a:lvl1pPr algn="r">
              <a:defRPr sz="1050" b="1">
                <a:solidFill>
                  <a:srgbClr val="8DA5AE"/>
                </a:solidFill>
              </a:defRPr>
            </a:lvl1pPr>
            <a:lvl2pPr algn="r">
              <a:defRPr sz="1050" b="1">
                <a:solidFill>
                  <a:srgbClr val="8DA5AE"/>
                </a:solidFill>
              </a:defRPr>
            </a:lvl2pPr>
            <a:lvl3pPr algn="r">
              <a:defRPr sz="1050" b="1">
                <a:solidFill>
                  <a:srgbClr val="8DA5AE"/>
                </a:solidFill>
              </a:defRPr>
            </a:lvl3pPr>
            <a:lvl4pPr algn="r">
              <a:defRPr sz="1050" b="1">
                <a:solidFill>
                  <a:srgbClr val="8DA5AE"/>
                </a:solidFill>
              </a:defRPr>
            </a:lvl4pPr>
            <a:lvl5pPr algn="r">
              <a:defRPr sz="1050" b="1">
                <a:solidFill>
                  <a:srgbClr val="8DA5AE"/>
                </a:solidFill>
              </a:defRPr>
            </a:lvl5pPr>
            <a:lvl6pPr algn="r">
              <a:defRPr sz="1050" b="1">
                <a:solidFill>
                  <a:srgbClr val="8DA5AE"/>
                </a:solidFill>
              </a:defRPr>
            </a:lvl6pPr>
            <a:lvl7pPr algn="r">
              <a:defRPr sz="1050" b="1">
                <a:solidFill>
                  <a:srgbClr val="8DA5AE"/>
                </a:solidFill>
              </a:defRPr>
            </a:lvl7pPr>
            <a:lvl8pPr algn="r">
              <a:defRPr sz="1050" b="1">
                <a:solidFill>
                  <a:srgbClr val="8DA5AE"/>
                </a:solidFill>
              </a:defRPr>
            </a:lvl8pPr>
            <a:lvl9pPr algn="r">
              <a:defRPr sz="1050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8DA5AE"/>
                </a:solidFill>
              </a:defRPr>
            </a:pPr>
            <a:r>
              <a:rPr sz="1050" b="1">
                <a:solidFill>
                  <a:srgbClr val="8DA5AE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F58CB-5B0C-4F93-9733-838A62CE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B8C7C-802A-4A15-B221-B8A945045B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b25c1861f4ed6"/>
          <a:stretch xmlns:a="http://schemas.openxmlformats.org/drawingml/2006/main"/>
        </p:blipFill>
        <p:spPr>
          <a:xfrm xmlns:a="http://schemas.openxmlformats.org/drawingml/2006/main">
            <a:off x="609600" y="1451372"/>
            <a:ext cx="7810500" cy="4393406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13CA0-75FC-4AD9-997B-8FE015CA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5D0B1"/>
                </a:solidFill>
              </a:defRPr>
            </a:defPPr>
            <a:lvl1pPr algn="l">
              <a:defRPr sz="1125" b="1">
                <a:solidFill>
                  <a:srgbClr val="25D0B1"/>
                </a:solidFill>
              </a:defRPr>
            </a:lvl1pPr>
            <a:lvl2pPr algn="l">
              <a:defRPr sz="1125" b="1">
                <a:solidFill>
                  <a:srgbClr val="25D0B1"/>
                </a:solidFill>
              </a:defRPr>
            </a:lvl2pPr>
            <a:lvl3pPr algn="l">
              <a:defRPr sz="1125" b="1">
                <a:solidFill>
                  <a:srgbClr val="25D0B1"/>
                </a:solidFill>
              </a:defRPr>
            </a:lvl3pPr>
            <a:lvl4pPr algn="l">
              <a:defRPr sz="1125" b="1">
                <a:solidFill>
                  <a:srgbClr val="25D0B1"/>
                </a:solidFill>
              </a:defRPr>
            </a:lvl4pPr>
            <a:lvl5pPr algn="l">
              <a:defRPr sz="1125" b="1">
                <a:solidFill>
                  <a:srgbClr val="25D0B1"/>
                </a:solidFill>
              </a:defRPr>
            </a:lvl5pPr>
            <a:lvl6pPr algn="l">
              <a:defRPr sz="1125" b="1">
                <a:solidFill>
                  <a:srgbClr val="25D0B1"/>
                </a:solidFill>
              </a:defRPr>
            </a:lvl6pPr>
            <a:lvl7pPr algn="l">
              <a:defRPr sz="1125" b="1">
                <a:solidFill>
                  <a:srgbClr val="25D0B1"/>
                </a:solidFill>
              </a:defRPr>
            </a:lvl7pPr>
            <a:lvl8pPr algn="l">
              <a:defRPr sz="1125" b="1">
                <a:solidFill>
                  <a:srgbClr val="25D0B1"/>
                </a:solidFill>
              </a:defRPr>
            </a:lvl8pPr>
            <a:lvl9pPr algn="l">
              <a:defRPr sz="1125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5D0B1"/>
                </a:solidFill>
              </a:defRPr>
            </a:pPr>
            <a:r>
              <a:rPr sz="1125" b="1">
                <a:solidFill>
                  <a:srgbClr val="25D0B1"/>
                </a:solidFill>
              </a:rPr>
              <a:t>Actualización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807A9-FD7E-4C61-B221-8AAD2145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574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4FAFB"/>
                </a:solidFill>
              </a:defRPr>
            </a:defPPr>
            <a:lvl1pPr algn="l">
              <a:defRPr sz="2025" b="1">
                <a:solidFill>
                  <a:srgbClr val="F4FAFB"/>
                </a:solidFill>
              </a:defRPr>
            </a:lvl1pPr>
            <a:lvl2pPr algn="l">
              <a:defRPr sz="2025" b="1">
                <a:solidFill>
                  <a:srgbClr val="F4FAFB"/>
                </a:solidFill>
              </a:defRPr>
            </a:lvl2pPr>
            <a:lvl3pPr algn="l">
              <a:defRPr sz="2025" b="1">
                <a:solidFill>
                  <a:srgbClr val="F4FAFB"/>
                </a:solidFill>
              </a:defRPr>
            </a:lvl3pPr>
            <a:lvl4pPr algn="l">
              <a:defRPr sz="2025" b="1">
                <a:solidFill>
                  <a:srgbClr val="F4FAFB"/>
                </a:solidFill>
              </a:defRPr>
            </a:lvl4pPr>
            <a:lvl5pPr algn="l">
              <a:defRPr sz="2025" b="1">
                <a:solidFill>
                  <a:srgbClr val="F4FAFB"/>
                </a:solidFill>
              </a:defRPr>
            </a:lvl5pPr>
            <a:lvl6pPr algn="l">
              <a:defRPr sz="2025" b="1">
                <a:solidFill>
                  <a:srgbClr val="F4FAFB"/>
                </a:solidFill>
              </a:defRPr>
            </a:lvl6pPr>
            <a:lvl7pPr algn="l">
              <a:defRPr sz="2025" b="1">
                <a:solidFill>
                  <a:srgbClr val="F4FAFB"/>
                </a:solidFill>
              </a:defRPr>
            </a:lvl7pPr>
            <a:lvl8pPr algn="l">
              <a:defRPr sz="2025" b="1">
                <a:solidFill>
                  <a:srgbClr val="F4FAFB"/>
                </a:solidFill>
              </a:defRPr>
            </a:lvl8pPr>
            <a:lvl9pPr algn="l">
              <a:defRPr sz="20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AFB"/>
                </a:solidFill>
              </a:defRPr>
            </a:pPr>
            <a:r>
              <a:rPr sz="2025" b="1">
                <a:solidFill>
                  <a:srgbClr val="F4FAFB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95AE5-0886-450F-AED2-B7B9D212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4FAFB"/>
                </a:solidFill>
              </a:defRPr>
            </a:defPPr>
            <a:lvl1pPr algn="l">
              <a:defRPr sz="1275" b="1">
                <a:solidFill>
                  <a:srgbClr val="F4FAFB"/>
                </a:solidFill>
              </a:defRPr>
            </a:lvl1pPr>
            <a:lvl2pPr algn="l">
              <a:defRPr sz="1275" b="1">
                <a:solidFill>
                  <a:srgbClr val="F4FAFB"/>
                </a:solidFill>
              </a:defRPr>
            </a:lvl2pPr>
            <a:lvl3pPr algn="l">
              <a:defRPr sz="1275" b="1">
                <a:solidFill>
                  <a:srgbClr val="F4FAFB"/>
                </a:solidFill>
              </a:defRPr>
            </a:lvl3pPr>
            <a:lvl4pPr algn="l">
              <a:defRPr sz="1275" b="1">
                <a:solidFill>
                  <a:srgbClr val="F4FAFB"/>
                </a:solidFill>
              </a:defRPr>
            </a:lvl4pPr>
            <a:lvl5pPr algn="l">
              <a:defRPr sz="1275" b="1">
                <a:solidFill>
                  <a:srgbClr val="F4FAFB"/>
                </a:solidFill>
              </a:defRPr>
            </a:lvl5pPr>
            <a:lvl6pPr algn="l">
              <a:defRPr sz="1275" b="1">
                <a:solidFill>
                  <a:srgbClr val="F4FAFB"/>
                </a:solidFill>
              </a:defRPr>
            </a:lvl6pPr>
            <a:lvl7pPr algn="l">
              <a:defRPr sz="1275" b="1">
                <a:solidFill>
                  <a:srgbClr val="F4FAFB"/>
                </a:solidFill>
              </a:defRPr>
            </a:lvl7pPr>
            <a:lvl8pPr algn="l">
              <a:defRPr sz="1275" b="1">
                <a:solidFill>
                  <a:srgbClr val="F4FAFB"/>
                </a:solidFill>
              </a:defRPr>
            </a:lvl8pPr>
            <a:lvl9pPr algn="l">
              <a:defRPr sz="12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AFB"/>
                </a:solidFill>
              </a:defRPr>
            </a:pPr>
            <a:r>
              <a:rPr sz="1275" b="1">
                <a:solidFill>
                  <a:srgbClr val="F4FAFB"/>
                </a:solidFill>
              </a:rPr>
              <a:t>Consulta COES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AA959-08CD-47AB-9D6F-C4886EE9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4FAFB"/>
                </a:solidFill>
              </a:defRPr>
            </a:defPPr>
            <a:lvl1pPr algn="l">
              <a:defRPr sz="2025" b="1">
                <a:solidFill>
                  <a:srgbClr val="F4FAFB"/>
                </a:solidFill>
              </a:defRPr>
            </a:lvl1pPr>
            <a:lvl2pPr algn="l">
              <a:defRPr sz="2025" b="1">
                <a:solidFill>
                  <a:srgbClr val="F4FAFB"/>
                </a:solidFill>
              </a:defRPr>
            </a:lvl2pPr>
            <a:lvl3pPr algn="l">
              <a:defRPr sz="2025" b="1">
                <a:solidFill>
                  <a:srgbClr val="F4FAFB"/>
                </a:solidFill>
              </a:defRPr>
            </a:lvl3pPr>
            <a:lvl4pPr algn="l">
              <a:defRPr sz="2025" b="1">
                <a:solidFill>
                  <a:srgbClr val="F4FAFB"/>
                </a:solidFill>
              </a:defRPr>
            </a:lvl4pPr>
            <a:lvl5pPr algn="l">
              <a:defRPr sz="2025" b="1">
                <a:solidFill>
                  <a:srgbClr val="F4FAFB"/>
                </a:solidFill>
              </a:defRPr>
            </a:lvl5pPr>
            <a:lvl6pPr algn="l">
              <a:defRPr sz="2025" b="1">
                <a:solidFill>
                  <a:srgbClr val="F4FAFB"/>
                </a:solidFill>
              </a:defRPr>
            </a:lvl6pPr>
            <a:lvl7pPr algn="l">
              <a:defRPr sz="2025" b="1">
                <a:solidFill>
                  <a:srgbClr val="F4FAFB"/>
                </a:solidFill>
              </a:defRPr>
            </a:lvl7pPr>
            <a:lvl8pPr algn="l">
              <a:defRPr sz="2025" b="1">
                <a:solidFill>
                  <a:srgbClr val="F4FAFB"/>
                </a:solidFill>
              </a:defRPr>
            </a:lvl8pPr>
            <a:lvl9pPr algn="l">
              <a:defRPr sz="20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AFB"/>
                </a:solidFill>
              </a:defRPr>
            </a:pPr>
            <a:r>
              <a:rPr sz="2025" b="1">
                <a:solidFill>
                  <a:srgbClr val="F4FAF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5C7A2-93BA-482A-8971-6202BAC6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05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4FAFB"/>
                </a:solidFill>
              </a:defRPr>
            </a:defPPr>
            <a:lvl1pPr algn="l">
              <a:defRPr sz="1275" b="1">
                <a:solidFill>
                  <a:srgbClr val="F4FAFB"/>
                </a:solidFill>
              </a:defRPr>
            </a:lvl1pPr>
            <a:lvl2pPr algn="l">
              <a:defRPr sz="1275" b="1">
                <a:solidFill>
                  <a:srgbClr val="F4FAFB"/>
                </a:solidFill>
              </a:defRPr>
            </a:lvl2pPr>
            <a:lvl3pPr algn="l">
              <a:defRPr sz="1275" b="1">
                <a:solidFill>
                  <a:srgbClr val="F4FAFB"/>
                </a:solidFill>
              </a:defRPr>
            </a:lvl3pPr>
            <a:lvl4pPr algn="l">
              <a:defRPr sz="1275" b="1">
                <a:solidFill>
                  <a:srgbClr val="F4FAFB"/>
                </a:solidFill>
              </a:defRPr>
            </a:lvl4pPr>
            <a:lvl5pPr algn="l">
              <a:defRPr sz="1275" b="1">
                <a:solidFill>
                  <a:srgbClr val="F4FAFB"/>
                </a:solidFill>
              </a:defRPr>
            </a:lvl5pPr>
            <a:lvl6pPr algn="l">
              <a:defRPr sz="1275" b="1">
                <a:solidFill>
                  <a:srgbClr val="F4FAFB"/>
                </a:solidFill>
              </a:defRPr>
            </a:lvl6pPr>
            <a:lvl7pPr algn="l">
              <a:defRPr sz="1275" b="1">
                <a:solidFill>
                  <a:srgbClr val="F4FAFB"/>
                </a:solidFill>
              </a:defRPr>
            </a:lvl7pPr>
            <a:lvl8pPr algn="l">
              <a:defRPr sz="1275" b="1">
                <a:solidFill>
                  <a:srgbClr val="F4FAFB"/>
                </a:solidFill>
              </a:defRPr>
            </a:lvl8pPr>
            <a:lvl9pPr algn="l">
              <a:defRPr sz="12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AFB"/>
                </a:solidFill>
              </a:defRPr>
            </a:pPr>
            <a:r>
              <a:rPr sz="1275" b="1">
                <a:solidFill>
                  <a:srgbClr val="F4FAFB"/>
                </a:solidFill>
              </a:rPr>
              <a:t>Guarda versiones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80806-E769-451D-8920-4AF3377F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14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4FAFB"/>
                </a:solidFill>
              </a:defRPr>
            </a:defPPr>
            <a:lvl1pPr algn="l">
              <a:defRPr sz="2025" b="1">
                <a:solidFill>
                  <a:srgbClr val="F4FAFB"/>
                </a:solidFill>
              </a:defRPr>
            </a:lvl1pPr>
            <a:lvl2pPr algn="l">
              <a:defRPr sz="2025" b="1">
                <a:solidFill>
                  <a:srgbClr val="F4FAFB"/>
                </a:solidFill>
              </a:defRPr>
            </a:lvl2pPr>
            <a:lvl3pPr algn="l">
              <a:defRPr sz="2025" b="1">
                <a:solidFill>
                  <a:srgbClr val="F4FAFB"/>
                </a:solidFill>
              </a:defRPr>
            </a:lvl3pPr>
            <a:lvl4pPr algn="l">
              <a:defRPr sz="2025" b="1">
                <a:solidFill>
                  <a:srgbClr val="F4FAFB"/>
                </a:solidFill>
              </a:defRPr>
            </a:lvl4pPr>
            <a:lvl5pPr algn="l">
              <a:defRPr sz="2025" b="1">
                <a:solidFill>
                  <a:srgbClr val="F4FAFB"/>
                </a:solidFill>
              </a:defRPr>
            </a:lvl5pPr>
            <a:lvl6pPr algn="l">
              <a:defRPr sz="2025" b="1">
                <a:solidFill>
                  <a:srgbClr val="F4FAFB"/>
                </a:solidFill>
              </a:defRPr>
            </a:lvl6pPr>
            <a:lvl7pPr algn="l">
              <a:defRPr sz="2025" b="1">
                <a:solidFill>
                  <a:srgbClr val="F4FAFB"/>
                </a:solidFill>
              </a:defRPr>
            </a:lvl7pPr>
            <a:lvl8pPr algn="l">
              <a:defRPr sz="2025" b="1">
                <a:solidFill>
                  <a:srgbClr val="F4FAFB"/>
                </a:solidFill>
              </a:defRPr>
            </a:lvl8pPr>
            <a:lvl9pPr algn="l">
              <a:defRPr sz="20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AFB"/>
                </a:solidFill>
              </a:defRPr>
            </a:pPr>
            <a:r>
              <a:rPr sz="2025" b="1">
                <a:solidFill>
                  <a:srgbClr val="F4FAFB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4BC5B-5463-46BF-AA6D-A209678E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4FAFB"/>
                </a:solidFill>
              </a:defRPr>
            </a:defPPr>
            <a:lvl1pPr algn="l">
              <a:defRPr sz="1275" b="1">
                <a:solidFill>
                  <a:srgbClr val="F4FAFB"/>
                </a:solidFill>
              </a:defRPr>
            </a:lvl1pPr>
            <a:lvl2pPr algn="l">
              <a:defRPr sz="1275" b="1">
                <a:solidFill>
                  <a:srgbClr val="F4FAFB"/>
                </a:solidFill>
              </a:defRPr>
            </a:lvl2pPr>
            <a:lvl3pPr algn="l">
              <a:defRPr sz="1275" b="1">
                <a:solidFill>
                  <a:srgbClr val="F4FAFB"/>
                </a:solidFill>
              </a:defRPr>
            </a:lvl3pPr>
            <a:lvl4pPr algn="l">
              <a:defRPr sz="1275" b="1">
                <a:solidFill>
                  <a:srgbClr val="F4FAFB"/>
                </a:solidFill>
              </a:defRPr>
            </a:lvl4pPr>
            <a:lvl5pPr algn="l">
              <a:defRPr sz="1275" b="1">
                <a:solidFill>
                  <a:srgbClr val="F4FAFB"/>
                </a:solidFill>
              </a:defRPr>
            </a:lvl5pPr>
            <a:lvl6pPr algn="l">
              <a:defRPr sz="1275" b="1">
                <a:solidFill>
                  <a:srgbClr val="F4FAFB"/>
                </a:solidFill>
              </a:defRPr>
            </a:lvl6pPr>
            <a:lvl7pPr algn="l">
              <a:defRPr sz="1275" b="1">
                <a:solidFill>
                  <a:srgbClr val="F4FAFB"/>
                </a:solidFill>
              </a:defRPr>
            </a:lvl7pPr>
            <a:lvl8pPr algn="l">
              <a:defRPr sz="1275" b="1">
                <a:solidFill>
                  <a:srgbClr val="F4FAFB"/>
                </a:solidFill>
              </a:defRPr>
            </a:lvl8pPr>
            <a:lvl9pPr algn="l">
              <a:defRPr sz="12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AFB"/>
                </a:solidFill>
              </a:defRPr>
            </a:pPr>
            <a:r>
              <a:rPr sz="1275" b="1">
                <a:solidFill>
                  <a:srgbClr val="F4FAFB"/>
                </a:solidFill>
              </a:rPr>
              <a:t>Reentrena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CB29B-BA78-4EB9-A9DE-B41C87F6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43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4FAFB"/>
                </a:solidFill>
              </a:defRPr>
            </a:defPPr>
            <a:lvl1pPr algn="l">
              <a:defRPr sz="2025" b="1">
                <a:solidFill>
                  <a:srgbClr val="F4FAFB"/>
                </a:solidFill>
              </a:defRPr>
            </a:lvl1pPr>
            <a:lvl2pPr algn="l">
              <a:defRPr sz="2025" b="1">
                <a:solidFill>
                  <a:srgbClr val="F4FAFB"/>
                </a:solidFill>
              </a:defRPr>
            </a:lvl2pPr>
            <a:lvl3pPr algn="l">
              <a:defRPr sz="2025" b="1">
                <a:solidFill>
                  <a:srgbClr val="F4FAFB"/>
                </a:solidFill>
              </a:defRPr>
            </a:lvl3pPr>
            <a:lvl4pPr algn="l">
              <a:defRPr sz="2025" b="1">
                <a:solidFill>
                  <a:srgbClr val="F4FAFB"/>
                </a:solidFill>
              </a:defRPr>
            </a:lvl4pPr>
            <a:lvl5pPr algn="l">
              <a:defRPr sz="2025" b="1">
                <a:solidFill>
                  <a:srgbClr val="F4FAFB"/>
                </a:solidFill>
              </a:defRPr>
            </a:lvl5pPr>
            <a:lvl6pPr algn="l">
              <a:defRPr sz="2025" b="1">
                <a:solidFill>
                  <a:srgbClr val="F4FAFB"/>
                </a:solidFill>
              </a:defRPr>
            </a:lvl6pPr>
            <a:lvl7pPr algn="l">
              <a:defRPr sz="2025" b="1">
                <a:solidFill>
                  <a:srgbClr val="F4FAFB"/>
                </a:solidFill>
              </a:defRPr>
            </a:lvl7pPr>
            <a:lvl8pPr algn="l">
              <a:defRPr sz="2025" b="1">
                <a:solidFill>
                  <a:srgbClr val="F4FAFB"/>
                </a:solidFill>
              </a:defRPr>
            </a:lvl8pPr>
            <a:lvl9pPr algn="l">
              <a:defRPr sz="20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AFB"/>
                </a:solidFill>
              </a:defRPr>
            </a:pPr>
            <a:r>
              <a:rPr sz="2025" b="1">
                <a:solidFill>
                  <a:srgbClr val="F4FAFB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2201D-28B0-4A34-BD9C-AC8DD735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62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4FAFB"/>
                </a:solidFill>
              </a:defRPr>
            </a:defPPr>
            <a:lvl1pPr algn="l">
              <a:defRPr sz="1275" b="1">
                <a:solidFill>
                  <a:srgbClr val="F4FAFB"/>
                </a:solidFill>
              </a:defRPr>
            </a:lvl1pPr>
            <a:lvl2pPr algn="l">
              <a:defRPr sz="1275" b="1">
                <a:solidFill>
                  <a:srgbClr val="F4FAFB"/>
                </a:solidFill>
              </a:defRPr>
            </a:lvl2pPr>
            <a:lvl3pPr algn="l">
              <a:defRPr sz="1275" b="1">
                <a:solidFill>
                  <a:srgbClr val="F4FAFB"/>
                </a:solidFill>
              </a:defRPr>
            </a:lvl3pPr>
            <a:lvl4pPr algn="l">
              <a:defRPr sz="1275" b="1">
                <a:solidFill>
                  <a:srgbClr val="F4FAFB"/>
                </a:solidFill>
              </a:defRPr>
            </a:lvl4pPr>
            <a:lvl5pPr algn="l">
              <a:defRPr sz="1275" b="1">
                <a:solidFill>
                  <a:srgbClr val="F4FAFB"/>
                </a:solidFill>
              </a:defRPr>
            </a:lvl5pPr>
            <a:lvl6pPr algn="l">
              <a:defRPr sz="1275" b="1">
                <a:solidFill>
                  <a:srgbClr val="F4FAFB"/>
                </a:solidFill>
              </a:defRPr>
            </a:lvl6pPr>
            <a:lvl7pPr algn="l">
              <a:defRPr sz="1275" b="1">
                <a:solidFill>
                  <a:srgbClr val="F4FAFB"/>
                </a:solidFill>
              </a:defRPr>
            </a:lvl7pPr>
            <a:lvl8pPr algn="l">
              <a:defRPr sz="1275" b="1">
                <a:solidFill>
                  <a:srgbClr val="F4FAFB"/>
                </a:solidFill>
              </a:defRPr>
            </a:lvl8pPr>
            <a:lvl9pPr algn="l">
              <a:defRPr sz="12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AFB"/>
                </a:solidFill>
              </a:defRPr>
            </a:pPr>
            <a:r>
              <a:rPr sz="1275" b="1">
                <a:solidFill>
                  <a:srgbClr val="F4FAFB"/>
                </a:solidFill>
              </a:rPr>
              <a:t>Publica 48 puntos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9F72B-7850-4A9A-B981-0D71AF33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149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B449"/>
                </a:solidFill>
              </a:defRPr>
            </a:defPPr>
            <a:lvl1pPr algn="l">
              <a:defRPr sz="1500" b="1">
                <a:solidFill>
                  <a:srgbClr val="FFB449"/>
                </a:solidFill>
              </a:defRPr>
            </a:lvl1pPr>
            <a:lvl2pPr algn="l">
              <a:defRPr sz="1500" b="1">
                <a:solidFill>
                  <a:srgbClr val="FFB449"/>
                </a:solidFill>
              </a:defRPr>
            </a:lvl2pPr>
            <a:lvl3pPr algn="l">
              <a:defRPr sz="1500" b="1">
                <a:solidFill>
                  <a:srgbClr val="FFB449"/>
                </a:solidFill>
              </a:defRPr>
            </a:lvl3pPr>
            <a:lvl4pPr algn="l">
              <a:defRPr sz="1500" b="1">
                <a:solidFill>
                  <a:srgbClr val="FFB449"/>
                </a:solidFill>
              </a:defRPr>
            </a:lvl4pPr>
            <a:lvl5pPr algn="l">
              <a:defRPr sz="1500" b="1">
                <a:solidFill>
                  <a:srgbClr val="FFB449"/>
                </a:solidFill>
              </a:defRPr>
            </a:lvl5pPr>
            <a:lvl6pPr algn="l">
              <a:defRPr sz="1500" b="1">
                <a:solidFill>
                  <a:srgbClr val="FFB449"/>
                </a:solidFill>
              </a:defRPr>
            </a:lvl6pPr>
            <a:lvl7pPr algn="l">
              <a:defRPr sz="1500" b="1">
                <a:solidFill>
                  <a:srgbClr val="FFB449"/>
                </a:solidFill>
              </a:defRPr>
            </a:lvl7pPr>
            <a:lvl8pPr algn="l">
              <a:defRPr sz="1500" b="1">
                <a:solidFill>
                  <a:srgbClr val="FFB449"/>
                </a:solidFill>
              </a:defRPr>
            </a:lvl8pPr>
            <a:lvl9pPr algn="l">
              <a:defRPr sz="1500" b="1">
                <a:solidFill>
                  <a:srgbClr val="FFB449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B449"/>
                </a:solidFill>
              </a:defRPr>
            </a:pPr>
            <a:r>
              <a:rPr sz="1500" b="1">
                <a:solidFill>
                  <a:srgbClr val="FFB449"/>
                </a:solidFill>
              </a:rPr>
              <a:t>6 h · 12 h · 24 h</a:t>
            </a:r>
          </a:p>
        </p:txBody>
      </p:sp>
    </p:spTree>
    <p:extLst>
      <p:ext uri="{BB962C8B-B14F-4D97-AF65-F5344CB8AC3E}">
        <p14:creationId xmlns:p14="http://schemas.microsoft.com/office/powerpoint/2010/main" val="2091458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A07BC-3061-40BB-A1C5-6B866CE6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D0B1"/>
                </a:solidFill>
              </a:defRPr>
            </a:defPPr>
            <a:lvl1pPr algn="l">
              <a:defRPr sz="900" b="1">
                <a:solidFill>
                  <a:srgbClr val="25D0B1"/>
                </a:solidFill>
              </a:defRPr>
            </a:lvl1pPr>
            <a:lvl2pPr algn="l">
              <a:defRPr sz="900" b="1">
                <a:solidFill>
                  <a:srgbClr val="25D0B1"/>
                </a:solidFill>
              </a:defRPr>
            </a:lvl2pPr>
            <a:lvl3pPr algn="l">
              <a:defRPr sz="900" b="1">
                <a:solidFill>
                  <a:srgbClr val="25D0B1"/>
                </a:solidFill>
              </a:defRPr>
            </a:lvl3pPr>
            <a:lvl4pPr algn="l">
              <a:defRPr sz="900" b="1">
                <a:solidFill>
                  <a:srgbClr val="25D0B1"/>
                </a:solidFill>
              </a:defRPr>
            </a:lvl4pPr>
            <a:lvl5pPr algn="l">
              <a:defRPr sz="900" b="1">
                <a:solidFill>
                  <a:srgbClr val="25D0B1"/>
                </a:solidFill>
              </a:defRPr>
            </a:lvl5pPr>
            <a:lvl6pPr algn="l">
              <a:defRPr sz="900" b="1">
                <a:solidFill>
                  <a:srgbClr val="25D0B1"/>
                </a:solidFill>
              </a:defRPr>
            </a:lvl6pPr>
            <a:lvl7pPr algn="l">
              <a:defRPr sz="900" b="1">
                <a:solidFill>
                  <a:srgbClr val="25D0B1"/>
                </a:solidFill>
              </a:defRPr>
            </a:lvl7pPr>
            <a:lvl8pPr algn="l">
              <a:defRPr sz="900" b="1">
                <a:solidFill>
                  <a:srgbClr val="25D0B1"/>
                </a:solidFill>
              </a:defRPr>
            </a:lvl8pPr>
            <a:lvl9pPr algn="l">
              <a:defRPr sz="90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D0B1"/>
                </a:solidFill>
              </a:defRPr>
            </a:pPr>
            <a:r>
              <a:rPr sz="900" b="1">
                <a:solidFill>
                  <a:srgbClr val="25D0B1"/>
                </a:solidFill>
              </a:rPr>
              <a:t>09 · 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AE274-0060-411D-B5B7-EE589BEF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AFB"/>
                </a:solidFill>
              </a:defRPr>
            </a:defPPr>
            <a:lvl1pPr algn="l">
              <a:defRPr sz="2550" b="1">
                <a:solidFill>
                  <a:srgbClr val="F4FAFB"/>
                </a:solidFill>
              </a:defRPr>
            </a:lvl1pPr>
            <a:lvl2pPr algn="l">
              <a:defRPr sz="2550" b="1">
                <a:solidFill>
                  <a:srgbClr val="F4FAFB"/>
                </a:solidFill>
              </a:defRPr>
            </a:lvl2pPr>
            <a:lvl3pPr algn="l">
              <a:defRPr sz="2550" b="1">
                <a:solidFill>
                  <a:srgbClr val="F4FAFB"/>
                </a:solidFill>
              </a:defRPr>
            </a:lvl3pPr>
            <a:lvl4pPr algn="l">
              <a:defRPr sz="2550" b="1">
                <a:solidFill>
                  <a:srgbClr val="F4FAFB"/>
                </a:solidFill>
              </a:defRPr>
            </a:lvl4pPr>
            <a:lvl5pPr algn="l">
              <a:defRPr sz="2550" b="1">
                <a:solidFill>
                  <a:srgbClr val="F4FAFB"/>
                </a:solidFill>
              </a:defRPr>
            </a:lvl5pPr>
            <a:lvl6pPr algn="l">
              <a:defRPr sz="2550" b="1">
                <a:solidFill>
                  <a:srgbClr val="F4FAFB"/>
                </a:solidFill>
              </a:defRPr>
            </a:lvl6pPr>
            <a:lvl7pPr algn="l">
              <a:defRPr sz="2550" b="1">
                <a:solidFill>
                  <a:srgbClr val="F4FAFB"/>
                </a:solidFill>
              </a:defRPr>
            </a:lvl7pPr>
            <a:lvl8pPr algn="l">
              <a:defRPr sz="2550" b="1">
                <a:solidFill>
                  <a:srgbClr val="F4FAFB"/>
                </a:solidFill>
              </a:defRPr>
            </a:lvl8pPr>
            <a:lvl9pPr algn="l">
              <a:defRPr sz="2550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AFB"/>
                </a:solidFill>
              </a:defRPr>
            </a:pPr>
            <a:r>
              <a:rPr sz="2550" b="1">
                <a:solidFill>
                  <a:srgbClr val="F4FAFB"/>
                </a:solidFill>
              </a:rPr>
              <a:t>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65AED-9ACF-4176-86A0-F4F37A40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8DA5AE"/>
                </a:solidFill>
              </a:defRPr>
            </a:defPPr>
            <a:lvl1pPr algn="r">
              <a:defRPr sz="1050" b="1">
                <a:solidFill>
                  <a:srgbClr val="8DA5AE"/>
                </a:solidFill>
              </a:defRPr>
            </a:lvl1pPr>
            <a:lvl2pPr algn="r">
              <a:defRPr sz="1050" b="1">
                <a:solidFill>
                  <a:srgbClr val="8DA5AE"/>
                </a:solidFill>
              </a:defRPr>
            </a:lvl2pPr>
            <a:lvl3pPr algn="r">
              <a:defRPr sz="1050" b="1">
                <a:solidFill>
                  <a:srgbClr val="8DA5AE"/>
                </a:solidFill>
              </a:defRPr>
            </a:lvl3pPr>
            <a:lvl4pPr algn="r">
              <a:defRPr sz="1050" b="1">
                <a:solidFill>
                  <a:srgbClr val="8DA5AE"/>
                </a:solidFill>
              </a:defRPr>
            </a:lvl4pPr>
            <a:lvl5pPr algn="r">
              <a:defRPr sz="1050" b="1">
                <a:solidFill>
                  <a:srgbClr val="8DA5AE"/>
                </a:solidFill>
              </a:defRPr>
            </a:lvl5pPr>
            <a:lvl6pPr algn="r">
              <a:defRPr sz="1050" b="1">
                <a:solidFill>
                  <a:srgbClr val="8DA5AE"/>
                </a:solidFill>
              </a:defRPr>
            </a:lvl6pPr>
            <a:lvl7pPr algn="r">
              <a:defRPr sz="1050" b="1">
                <a:solidFill>
                  <a:srgbClr val="8DA5AE"/>
                </a:solidFill>
              </a:defRPr>
            </a:lvl7pPr>
            <a:lvl8pPr algn="r">
              <a:defRPr sz="1050" b="1">
                <a:solidFill>
                  <a:srgbClr val="8DA5AE"/>
                </a:solidFill>
              </a:defRPr>
            </a:lvl8pPr>
            <a:lvl9pPr algn="r">
              <a:defRPr sz="1050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8DA5AE"/>
                </a:solidFill>
              </a:defRPr>
            </a:pPr>
            <a:r>
              <a:rPr sz="1050" b="1">
                <a:solidFill>
                  <a:srgbClr val="8DA5AE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22306-8D98-432F-9A54-DE718FE5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7C1A4-7C9C-4D96-ADD6-E82601B1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5D0B1"/>
                </a:solidFill>
              </a:defRPr>
            </a:defPPr>
            <a:lvl1pPr algn="l">
              <a:defRPr sz="1350" b="1">
                <a:solidFill>
                  <a:srgbClr val="25D0B1"/>
                </a:solidFill>
              </a:defRPr>
            </a:lvl1pPr>
            <a:lvl2pPr algn="l">
              <a:defRPr sz="1350" b="1">
                <a:solidFill>
                  <a:srgbClr val="25D0B1"/>
                </a:solidFill>
              </a:defRPr>
            </a:lvl2pPr>
            <a:lvl3pPr algn="l">
              <a:defRPr sz="1350" b="1">
                <a:solidFill>
                  <a:srgbClr val="25D0B1"/>
                </a:solidFill>
              </a:defRPr>
            </a:lvl3pPr>
            <a:lvl4pPr algn="l">
              <a:defRPr sz="1350" b="1">
                <a:solidFill>
                  <a:srgbClr val="25D0B1"/>
                </a:solidFill>
              </a:defRPr>
            </a:lvl4pPr>
            <a:lvl5pPr algn="l">
              <a:defRPr sz="1350" b="1">
                <a:solidFill>
                  <a:srgbClr val="25D0B1"/>
                </a:solidFill>
              </a:defRPr>
            </a:lvl5pPr>
            <a:lvl6pPr algn="l">
              <a:defRPr sz="1350" b="1">
                <a:solidFill>
                  <a:srgbClr val="25D0B1"/>
                </a:solidFill>
              </a:defRPr>
            </a:lvl6pPr>
            <a:lvl7pPr algn="l">
              <a:defRPr sz="1350" b="1">
                <a:solidFill>
                  <a:srgbClr val="25D0B1"/>
                </a:solidFill>
              </a:defRPr>
            </a:lvl7pPr>
            <a:lvl8pPr algn="l">
              <a:defRPr sz="1350" b="1">
                <a:solidFill>
                  <a:srgbClr val="25D0B1"/>
                </a:solidFill>
              </a:defRPr>
            </a:lvl8pPr>
            <a:lvl9pPr algn="l">
              <a:defRPr sz="135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5D0B1"/>
                </a:solidFill>
              </a:defRPr>
            </a:pPr>
            <a:r>
              <a:rPr sz="1350" b="1">
                <a:solidFill>
                  <a:srgbClr val="25D0B1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B6EDD-6542-4B6F-97B2-22EB8A15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049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4FAFB"/>
                </a:solidFill>
              </a:defRPr>
            </a:defPPr>
            <a:lvl1pPr algn="l">
              <a:defRPr sz="1875" b="1">
                <a:solidFill>
                  <a:srgbClr val="F4FAFB"/>
                </a:solidFill>
              </a:defRPr>
            </a:lvl1pPr>
            <a:lvl2pPr algn="l">
              <a:defRPr sz="1875" b="1">
                <a:solidFill>
                  <a:srgbClr val="F4FAFB"/>
                </a:solidFill>
              </a:defRPr>
            </a:lvl2pPr>
            <a:lvl3pPr algn="l">
              <a:defRPr sz="1875" b="1">
                <a:solidFill>
                  <a:srgbClr val="F4FAFB"/>
                </a:solidFill>
              </a:defRPr>
            </a:lvl3pPr>
            <a:lvl4pPr algn="l">
              <a:defRPr sz="1875" b="1">
                <a:solidFill>
                  <a:srgbClr val="F4FAFB"/>
                </a:solidFill>
              </a:defRPr>
            </a:lvl4pPr>
            <a:lvl5pPr algn="l">
              <a:defRPr sz="1875" b="1">
                <a:solidFill>
                  <a:srgbClr val="F4FAFB"/>
                </a:solidFill>
              </a:defRPr>
            </a:lvl5pPr>
            <a:lvl6pPr algn="l">
              <a:defRPr sz="1875" b="1">
                <a:solidFill>
                  <a:srgbClr val="F4FAFB"/>
                </a:solidFill>
              </a:defRPr>
            </a:lvl6pPr>
            <a:lvl7pPr algn="l">
              <a:defRPr sz="1875" b="1">
                <a:solidFill>
                  <a:srgbClr val="F4FAFB"/>
                </a:solidFill>
              </a:defRPr>
            </a:lvl7pPr>
            <a:lvl8pPr algn="l">
              <a:defRPr sz="1875" b="1">
                <a:solidFill>
                  <a:srgbClr val="F4FAFB"/>
                </a:solidFill>
              </a:defRPr>
            </a:lvl8pPr>
            <a:lvl9pPr algn="l">
              <a:defRPr sz="18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AFB"/>
                </a:solidFill>
              </a:defRPr>
            </a:pPr>
            <a:r>
              <a:rPr sz="1875" b="1">
                <a:solidFill>
                  <a:srgbClr val="F4FAFB"/>
                </a:solidFill>
              </a:rPr>
              <a:t>El modelo mejora la Programación Diaria en los tres horizontes oficiales.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2D943-4AF9-43DB-96A2-B1FC7E8C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8E9E8-EFE0-46E3-84DD-52A10FF5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5D0B1"/>
                </a:solidFill>
              </a:defRPr>
            </a:defPPr>
            <a:lvl1pPr algn="l">
              <a:defRPr sz="1350" b="1">
                <a:solidFill>
                  <a:srgbClr val="25D0B1"/>
                </a:solidFill>
              </a:defRPr>
            </a:lvl1pPr>
            <a:lvl2pPr algn="l">
              <a:defRPr sz="1350" b="1">
                <a:solidFill>
                  <a:srgbClr val="25D0B1"/>
                </a:solidFill>
              </a:defRPr>
            </a:lvl2pPr>
            <a:lvl3pPr algn="l">
              <a:defRPr sz="1350" b="1">
                <a:solidFill>
                  <a:srgbClr val="25D0B1"/>
                </a:solidFill>
              </a:defRPr>
            </a:lvl3pPr>
            <a:lvl4pPr algn="l">
              <a:defRPr sz="1350" b="1">
                <a:solidFill>
                  <a:srgbClr val="25D0B1"/>
                </a:solidFill>
              </a:defRPr>
            </a:lvl4pPr>
            <a:lvl5pPr algn="l">
              <a:defRPr sz="1350" b="1">
                <a:solidFill>
                  <a:srgbClr val="25D0B1"/>
                </a:solidFill>
              </a:defRPr>
            </a:lvl5pPr>
            <a:lvl6pPr algn="l">
              <a:defRPr sz="1350" b="1">
                <a:solidFill>
                  <a:srgbClr val="25D0B1"/>
                </a:solidFill>
              </a:defRPr>
            </a:lvl6pPr>
            <a:lvl7pPr algn="l">
              <a:defRPr sz="1350" b="1">
                <a:solidFill>
                  <a:srgbClr val="25D0B1"/>
                </a:solidFill>
              </a:defRPr>
            </a:lvl7pPr>
            <a:lvl8pPr algn="l">
              <a:defRPr sz="1350" b="1">
                <a:solidFill>
                  <a:srgbClr val="25D0B1"/>
                </a:solidFill>
              </a:defRPr>
            </a:lvl8pPr>
            <a:lvl9pPr algn="l">
              <a:defRPr sz="135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5D0B1"/>
                </a:solidFill>
              </a:defRPr>
            </a:pPr>
            <a:r>
              <a:rPr sz="1350" b="1">
                <a:solidFill>
                  <a:srgbClr val="25D0B1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40649-1A79-4F9A-A2B2-59AF7870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098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4FAFB"/>
                </a:solidFill>
              </a:defRPr>
            </a:defPPr>
            <a:lvl1pPr algn="l">
              <a:defRPr sz="1875" b="1">
                <a:solidFill>
                  <a:srgbClr val="F4FAFB"/>
                </a:solidFill>
              </a:defRPr>
            </a:lvl1pPr>
            <a:lvl2pPr algn="l">
              <a:defRPr sz="1875" b="1">
                <a:solidFill>
                  <a:srgbClr val="F4FAFB"/>
                </a:solidFill>
              </a:defRPr>
            </a:lvl2pPr>
            <a:lvl3pPr algn="l">
              <a:defRPr sz="1875" b="1">
                <a:solidFill>
                  <a:srgbClr val="F4FAFB"/>
                </a:solidFill>
              </a:defRPr>
            </a:lvl3pPr>
            <a:lvl4pPr algn="l">
              <a:defRPr sz="1875" b="1">
                <a:solidFill>
                  <a:srgbClr val="F4FAFB"/>
                </a:solidFill>
              </a:defRPr>
            </a:lvl4pPr>
            <a:lvl5pPr algn="l">
              <a:defRPr sz="1875" b="1">
                <a:solidFill>
                  <a:srgbClr val="F4FAFB"/>
                </a:solidFill>
              </a:defRPr>
            </a:lvl5pPr>
            <a:lvl6pPr algn="l">
              <a:defRPr sz="1875" b="1">
                <a:solidFill>
                  <a:srgbClr val="F4FAFB"/>
                </a:solidFill>
              </a:defRPr>
            </a:lvl6pPr>
            <a:lvl7pPr algn="l">
              <a:defRPr sz="1875" b="1">
                <a:solidFill>
                  <a:srgbClr val="F4FAFB"/>
                </a:solidFill>
              </a:defRPr>
            </a:lvl7pPr>
            <a:lvl8pPr algn="l">
              <a:defRPr sz="1875" b="1">
                <a:solidFill>
                  <a:srgbClr val="F4FAFB"/>
                </a:solidFill>
              </a:defRPr>
            </a:lvl8pPr>
            <a:lvl9pPr algn="l">
              <a:defRPr sz="18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AFB"/>
                </a:solidFill>
              </a:defRPr>
            </a:pPr>
            <a:r>
              <a:rPr sz="1875" b="1">
                <a:solidFill>
                  <a:srgbClr val="F4FAFB"/>
                </a:solidFill>
              </a:rPr>
              <a:t>La validación temporal y el versionado evitan resultados optimistas.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85767-3096-4677-82C1-397BC25D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968CA-FC85-4BD6-986A-D981A1CE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5D0B1"/>
                </a:solidFill>
              </a:defRPr>
            </a:defPPr>
            <a:lvl1pPr algn="l">
              <a:defRPr sz="1350" b="1">
                <a:solidFill>
                  <a:srgbClr val="25D0B1"/>
                </a:solidFill>
              </a:defRPr>
            </a:lvl1pPr>
            <a:lvl2pPr algn="l">
              <a:defRPr sz="1350" b="1">
                <a:solidFill>
                  <a:srgbClr val="25D0B1"/>
                </a:solidFill>
              </a:defRPr>
            </a:lvl2pPr>
            <a:lvl3pPr algn="l">
              <a:defRPr sz="1350" b="1">
                <a:solidFill>
                  <a:srgbClr val="25D0B1"/>
                </a:solidFill>
              </a:defRPr>
            </a:lvl3pPr>
            <a:lvl4pPr algn="l">
              <a:defRPr sz="1350" b="1">
                <a:solidFill>
                  <a:srgbClr val="25D0B1"/>
                </a:solidFill>
              </a:defRPr>
            </a:lvl4pPr>
            <a:lvl5pPr algn="l">
              <a:defRPr sz="1350" b="1">
                <a:solidFill>
                  <a:srgbClr val="25D0B1"/>
                </a:solidFill>
              </a:defRPr>
            </a:lvl5pPr>
            <a:lvl6pPr algn="l">
              <a:defRPr sz="1350" b="1">
                <a:solidFill>
                  <a:srgbClr val="25D0B1"/>
                </a:solidFill>
              </a:defRPr>
            </a:lvl6pPr>
            <a:lvl7pPr algn="l">
              <a:defRPr sz="1350" b="1">
                <a:solidFill>
                  <a:srgbClr val="25D0B1"/>
                </a:solidFill>
              </a:defRPr>
            </a:lvl7pPr>
            <a:lvl8pPr algn="l">
              <a:defRPr sz="1350" b="1">
                <a:solidFill>
                  <a:srgbClr val="25D0B1"/>
                </a:solidFill>
              </a:defRPr>
            </a:lvl8pPr>
            <a:lvl9pPr algn="l">
              <a:defRPr sz="1350" b="1">
                <a:solidFill>
                  <a:srgbClr val="25D0B1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5D0B1"/>
                </a:solidFill>
              </a:defRPr>
            </a:pPr>
            <a:r>
              <a:rPr sz="1350" b="1">
                <a:solidFill>
                  <a:srgbClr val="25D0B1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7FBAB-E083-49FE-9BD3-7C7CBE31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4FAFB"/>
                </a:solidFill>
              </a:defRPr>
            </a:defPPr>
            <a:lvl1pPr algn="l">
              <a:defRPr sz="1875" b="1">
                <a:solidFill>
                  <a:srgbClr val="F4FAFB"/>
                </a:solidFill>
              </a:defRPr>
            </a:lvl1pPr>
            <a:lvl2pPr algn="l">
              <a:defRPr sz="1875" b="1">
                <a:solidFill>
                  <a:srgbClr val="F4FAFB"/>
                </a:solidFill>
              </a:defRPr>
            </a:lvl2pPr>
            <a:lvl3pPr algn="l">
              <a:defRPr sz="1875" b="1">
                <a:solidFill>
                  <a:srgbClr val="F4FAFB"/>
                </a:solidFill>
              </a:defRPr>
            </a:lvl3pPr>
            <a:lvl4pPr algn="l">
              <a:defRPr sz="1875" b="1">
                <a:solidFill>
                  <a:srgbClr val="F4FAFB"/>
                </a:solidFill>
              </a:defRPr>
            </a:lvl4pPr>
            <a:lvl5pPr algn="l">
              <a:defRPr sz="1875" b="1">
                <a:solidFill>
                  <a:srgbClr val="F4FAFB"/>
                </a:solidFill>
              </a:defRPr>
            </a:lvl5pPr>
            <a:lvl6pPr algn="l">
              <a:defRPr sz="1875" b="1">
                <a:solidFill>
                  <a:srgbClr val="F4FAFB"/>
                </a:solidFill>
              </a:defRPr>
            </a:lvl6pPr>
            <a:lvl7pPr algn="l">
              <a:defRPr sz="1875" b="1">
                <a:solidFill>
                  <a:srgbClr val="F4FAFB"/>
                </a:solidFill>
              </a:defRPr>
            </a:lvl7pPr>
            <a:lvl8pPr algn="l">
              <a:defRPr sz="1875" b="1">
                <a:solidFill>
                  <a:srgbClr val="F4FAFB"/>
                </a:solidFill>
              </a:defRPr>
            </a:lvl8pPr>
            <a:lvl9pPr algn="l">
              <a:defRPr sz="187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AFB"/>
                </a:solidFill>
              </a:defRPr>
            </a:pPr>
            <a:r>
              <a:rPr sz="1875" b="1">
                <a:solidFill>
                  <a:srgbClr val="F4FAFB"/>
                </a:solidFill>
              </a:rPr>
              <a:t>El sistema ya integra actualización, reentrenamiento y visualización local.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005BC-EF4B-4400-8738-39222C24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CFA6C-3186-4BF8-A0F3-5D03F639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B449"/>
                </a:solidFill>
              </a:defRPr>
            </a:defPPr>
            <a:lvl1pPr algn="l">
              <a:defRPr sz="1125" b="1">
                <a:solidFill>
                  <a:srgbClr val="FFB449"/>
                </a:solidFill>
              </a:defRPr>
            </a:lvl1pPr>
            <a:lvl2pPr algn="l">
              <a:defRPr sz="1125" b="1">
                <a:solidFill>
                  <a:srgbClr val="FFB449"/>
                </a:solidFill>
              </a:defRPr>
            </a:lvl2pPr>
            <a:lvl3pPr algn="l">
              <a:defRPr sz="1125" b="1">
                <a:solidFill>
                  <a:srgbClr val="FFB449"/>
                </a:solidFill>
              </a:defRPr>
            </a:lvl3pPr>
            <a:lvl4pPr algn="l">
              <a:defRPr sz="1125" b="1">
                <a:solidFill>
                  <a:srgbClr val="FFB449"/>
                </a:solidFill>
              </a:defRPr>
            </a:lvl4pPr>
            <a:lvl5pPr algn="l">
              <a:defRPr sz="1125" b="1">
                <a:solidFill>
                  <a:srgbClr val="FFB449"/>
                </a:solidFill>
              </a:defRPr>
            </a:lvl5pPr>
            <a:lvl6pPr algn="l">
              <a:defRPr sz="1125" b="1">
                <a:solidFill>
                  <a:srgbClr val="FFB449"/>
                </a:solidFill>
              </a:defRPr>
            </a:lvl6pPr>
            <a:lvl7pPr algn="l">
              <a:defRPr sz="1125" b="1">
                <a:solidFill>
                  <a:srgbClr val="FFB449"/>
                </a:solidFill>
              </a:defRPr>
            </a:lvl7pPr>
            <a:lvl8pPr algn="l">
              <a:defRPr sz="1125" b="1">
                <a:solidFill>
                  <a:srgbClr val="FFB449"/>
                </a:solidFill>
              </a:defRPr>
            </a:lvl8pPr>
            <a:lvl9pPr algn="l">
              <a:defRPr sz="1125" b="1">
                <a:solidFill>
                  <a:srgbClr val="FFB449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B449"/>
                </a:solidFill>
              </a:defRPr>
            </a:pPr>
            <a:r>
              <a:rPr sz="1125" b="1">
                <a:solidFill>
                  <a:srgbClr val="FFB449"/>
                </a:solidFill>
              </a:rPr>
              <a:t>Siguiente paso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7E71F-0794-44AE-9825-39EE0E9D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4FAFB"/>
                </a:solidFill>
              </a:defRPr>
            </a:defPPr>
            <a:lvl1pPr algn="l">
              <a:defRPr sz="1725" b="1">
                <a:solidFill>
                  <a:srgbClr val="F4FAFB"/>
                </a:solidFill>
              </a:defRPr>
            </a:lvl1pPr>
            <a:lvl2pPr algn="l">
              <a:defRPr sz="1725" b="1">
                <a:solidFill>
                  <a:srgbClr val="F4FAFB"/>
                </a:solidFill>
              </a:defRPr>
            </a:lvl2pPr>
            <a:lvl3pPr algn="l">
              <a:defRPr sz="1725" b="1">
                <a:solidFill>
                  <a:srgbClr val="F4FAFB"/>
                </a:solidFill>
              </a:defRPr>
            </a:lvl3pPr>
            <a:lvl4pPr algn="l">
              <a:defRPr sz="1725" b="1">
                <a:solidFill>
                  <a:srgbClr val="F4FAFB"/>
                </a:solidFill>
              </a:defRPr>
            </a:lvl4pPr>
            <a:lvl5pPr algn="l">
              <a:defRPr sz="1725" b="1">
                <a:solidFill>
                  <a:srgbClr val="F4FAFB"/>
                </a:solidFill>
              </a:defRPr>
            </a:lvl5pPr>
            <a:lvl6pPr algn="l">
              <a:defRPr sz="1725" b="1">
                <a:solidFill>
                  <a:srgbClr val="F4FAFB"/>
                </a:solidFill>
              </a:defRPr>
            </a:lvl6pPr>
            <a:lvl7pPr algn="l">
              <a:defRPr sz="1725" b="1">
                <a:solidFill>
                  <a:srgbClr val="F4FAFB"/>
                </a:solidFill>
              </a:defRPr>
            </a:lvl7pPr>
            <a:lvl8pPr algn="l">
              <a:defRPr sz="1725" b="1">
                <a:solidFill>
                  <a:srgbClr val="F4FAFB"/>
                </a:solidFill>
              </a:defRPr>
            </a:lvl8pPr>
            <a:lvl9pPr algn="l">
              <a:defRPr sz="1725" b="1">
                <a:solidFill>
                  <a:srgbClr val="F4FAF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AFB"/>
                </a:solidFill>
              </a:defRPr>
            </a:pPr>
            <a:r>
              <a:rPr sz="1725" b="1">
                <a:solidFill>
                  <a:srgbClr val="F4FAFB"/>
                </a:solidFill>
              </a:rPr>
              <a:t>Acumular más versiones intradía y ejecutar validación rodante mensual.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40F1D-EE63-49D6-9125-8BFD2F1A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000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8DA5AE"/>
                </a:solidFill>
              </a:defRPr>
            </a:defPPr>
            <a:lvl1pPr algn="r">
              <a:defRPr sz="1050" b="1">
                <a:solidFill>
                  <a:srgbClr val="8DA5AE"/>
                </a:solidFill>
              </a:defRPr>
            </a:lvl1pPr>
            <a:lvl2pPr algn="r">
              <a:defRPr sz="1050" b="1">
                <a:solidFill>
                  <a:srgbClr val="8DA5AE"/>
                </a:solidFill>
              </a:defRPr>
            </a:lvl2pPr>
            <a:lvl3pPr algn="r">
              <a:defRPr sz="1050" b="1">
                <a:solidFill>
                  <a:srgbClr val="8DA5AE"/>
                </a:solidFill>
              </a:defRPr>
            </a:lvl3pPr>
            <a:lvl4pPr algn="r">
              <a:defRPr sz="1050" b="1">
                <a:solidFill>
                  <a:srgbClr val="8DA5AE"/>
                </a:solidFill>
              </a:defRPr>
            </a:lvl4pPr>
            <a:lvl5pPr algn="r">
              <a:defRPr sz="1050" b="1">
                <a:solidFill>
                  <a:srgbClr val="8DA5AE"/>
                </a:solidFill>
              </a:defRPr>
            </a:lvl5pPr>
            <a:lvl6pPr algn="r">
              <a:defRPr sz="1050" b="1">
                <a:solidFill>
                  <a:srgbClr val="8DA5AE"/>
                </a:solidFill>
              </a:defRPr>
            </a:lvl6pPr>
            <a:lvl7pPr algn="r">
              <a:defRPr sz="1050" b="1">
                <a:solidFill>
                  <a:srgbClr val="8DA5AE"/>
                </a:solidFill>
              </a:defRPr>
            </a:lvl7pPr>
            <a:lvl8pPr algn="r">
              <a:defRPr sz="1050" b="1">
                <a:solidFill>
                  <a:srgbClr val="8DA5AE"/>
                </a:solidFill>
              </a:defRPr>
            </a:lvl8pPr>
            <a:lvl9pPr algn="r">
              <a:defRPr sz="1050" b="1">
                <a:solidFill>
                  <a:srgbClr val="8DA5AE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8DA5AE"/>
                </a:solidFill>
              </a:defRPr>
            </a:pPr>
            <a:r>
              <a:rPr sz="1050" b="1">
                <a:solidFill>
                  <a:srgbClr val="8DA5AE"/>
                </a:solidFill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842750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2026-10-27T16:02:24.7880000Z</dcterms:created>
  <dcterms:modified xsi:type="dcterms:W3CDTF">2026-10-27T16:02:24.7880000Z</dcterms:modified>
</coreProperties>
</file>